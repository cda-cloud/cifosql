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5EAF5-E9AA-B9F0-8BBA-C8997FE22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AA5C5-AABC-591C-5F4C-5621E6765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A4C53-004D-FA9A-1664-E2B777DF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89444A-62B6-D7EB-422C-19238697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B074C3-409D-8AA4-CD1E-22C35E11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292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C1BB8-6CED-C0C9-5F26-23F8D344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F70E17-E1FF-E7C4-FDB9-EC31A904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AB4104-5179-F36B-8F6B-E0E30595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0A02FA-2BD7-A40A-6AA5-11C7BF5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444D02-346F-8EAB-C629-34D5E3A9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54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1A56-44B2-8172-F3F6-DA07DFBC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1ADBC6-BFA3-CE6C-87BA-172656452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26ACC-3874-19F1-752C-D83C7586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36E4D9-BFBC-0F2E-8F37-A3E89E4E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CD10B-2001-0971-0A76-84EEDFCA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29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654FD-4E4B-7A18-7BC6-9B10E9C3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8839D-D787-4759-5A3F-973A80777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1C04B3-AC9E-FB86-789F-90F96B494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56BE43-9ED0-112E-F177-7D9B2CD7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01FC2-7FC0-F8CD-214A-88A39285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F40E3E-8A60-313F-44D0-FA334260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8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4A13C-48CD-99B2-8498-204471D0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AA0127-80DC-84A5-2E72-1C3E94DD5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3DC0C5-862A-C891-3E32-1B2602FCC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100D35-0D51-4185-A11B-76245155D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3134F9-8AF9-FB52-BAD9-16322A925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B37D3F-8FF3-5CB0-6FEA-8ED0AD60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EFF846-59C1-2CEF-67E9-5A6EE193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68B9F8-E200-EB7A-0529-4FE0D55C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64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C77AE-B37D-3B8F-4D4E-3FA17598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6756CE-9767-4664-2A18-A9EFD524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D772AA-E01E-D22F-944B-508B89C5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13CAC4-BF6A-F4B7-7492-94940B13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38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3BE177-92B3-5370-1D15-6111CE2D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AB0BE-C5D6-8575-FBEA-03054AAC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0B8A32-D4AA-645C-BC02-5626C9B5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84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12A3B-3DD8-4556-A13A-1052509F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781C1C-9504-706F-F4A8-ED801BE3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23350A-3EFA-AC7C-25FA-D7A91740A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232DA1-4CA0-CB5A-7F83-EBE98B02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AB4C8A-5D22-CA81-8220-142E5951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C78CE3-6C1E-7E94-BF1D-C9BA8915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8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0A9DC-75FB-E246-0FE2-F7145F17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FF28849-B766-9027-9716-5CAEDFABF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F5359D-DD67-3BF7-4DD5-51AC8E287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FF6ADA-D447-B079-A211-EEC86701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DABFA6-C2B6-AEC3-2B77-5C4378D4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BD6A05-5F0E-D538-3FA2-339CFBAD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18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B9208-F1FD-ABA9-EA47-096EAE58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395918-C8FF-1813-8401-018844957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B4D88-B4D2-5B43-FD53-CA0E9EF7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BC0611-0241-014E-6680-516AA0D5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66B3B-DED9-1B29-DC45-3A8B480D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59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309B14-12E2-22B2-14EC-1DC61A5C4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8597C-0279-2BD1-C67E-E65496F9C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3DCF0D-A139-F557-31FF-8B4327A2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741C77-06F9-9E0A-D0A4-503AD90F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9DC0BC-4A53-59E5-B980-FD4B723F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825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CB969F-E041-4E29-61A9-4EADE721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29A7E8-86D8-6D51-1353-704F2E796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BF8ADC-0A38-386E-C020-AC789472F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9A168-1F25-4A90-82C3-1D8981F5C2EF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F9EBB-8484-5992-F9B1-4BBF5CA83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9A742-6D55-0046-D4BA-415E9A254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29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052204" y="967952"/>
            <a:ext cx="104379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22087" y="2769081"/>
            <a:ext cx="131984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PEDIDO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FA7382-58FB-101C-6436-5BF955BF2171}"/>
              </a:ext>
            </a:extLst>
          </p:cNvPr>
          <p:cNvSpPr/>
          <p:nvPr/>
        </p:nvSpPr>
        <p:spPr>
          <a:xfrm>
            <a:off x="8367632" y="884561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DIRECCIÓN </a:t>
            </a:r>
            <a:br>
              <a:rPr lang="es-ES" dirty="0"/>
            </a:br>
            <a:r>
              <a:rPr lang="es-ES" dirty="0"/>
              <a:t>ENVÍO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65400B-21CF-011D-1AE3-3EA6576069D1}"/>
              </a:ext>
            </a:extLst>
          </p:cNvPr>
          <p:cNvSpPr/>
          <p:nvPr/>
        </p:nvSpPr>
        <p:spPr>
          <a:xfrm>
            <a:off x="1242208" y="4592849"/>
            <a:ext cx="1224951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ARTÍCULO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03A333-4764-6421-64B5-D9D52F732C1A}"/>
              </a:ext>
            </a:extLst>
          </p:cNvPr>
          <p:cNvSpPr/>
          <p:nvPr/>
        </p:nvSpPr>
        <p:spPr>
          <a:xfrm>
            <a:off x="1299000" y="2670418"/>
            <a:ext cx="111136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Fábrica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466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CUERPO_PEDIDO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220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hace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574101" y="1357578"/>
            <a:ext cx="790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582009" y="2298938"/>
            <a:ext cx="0" cy="470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192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tiene</a:t>
            </a:r>
            <a:endParaRPr lang="es-ES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579132" y="3140016"/>
            <a:ext cx="2877" cy="304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5791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mbo 33">
            <a:extLst>
              <a:ext uri="{FF2B5EF4-FFF2-40B4-BE49-F238E27FC236}">
                <a16:creationId xmlns:a16="http://schemas.microsoft.com/office/drawing/2014/main" id="{14CBC138-30D3-5E64-88EE-06B5C6453D5C}"/>
              </a:ext>
            </a:extLst>
          </p:cNvPr>
          <p:cNvSpPr/>
          <p:nvPr/>
        </p:nvSpPr>
        <p:spPr>
          <a:xfrm>
            <a:off x="2905663" y="4475673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/>
              <a:t>aparece</a:t>
            </a:r>
            <a:endParaRPr lang="es-ES" sz="1100" dirty="0"/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12B4049E-00BE-715F-CB53-4FA4F2D55298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2467159" y="4778316"/>
            <a:ext cx="43850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37548EF5-EFDA-6933-97E5-D34EFA21944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187406" y="4778316"/>
            <a:ext cx="559277" cy="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mbo 38">
            <a:extLst>
              <a:ext uri="{FF2B5EF4-FFF2-40B4-BE49-F238E27FC236}">
                <a16:creationId xmlns:a16="http://schemas.microsoft.com/office/drawing/2014/main" id="{398FB2B5-A252-B5D3-8843-304267AAE2B9}"/>
              </a:ext>
            </a:extLst>
          </p:cNvPr>
          <p:cNvSpPr/>
          <p:nvPr/>
        </p:nvSpPr>
        <p:spPr>
          <a:xfrm>
            <a:off x="1090888" y="3558398"/>
            <a:ext cx="1527589" cy="49098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distribuye</a:t>
            </a:r>
          </a:p>
        </p:txBody>
      </p:sp>
      <p:sp>
        <p:nvSpPr>
          <p:cNvPr id="40" name="Rombo 39">
            <a:extLst>
              <a:ext uri="{FF2B5EF4-FFF2-40B4-BE49-F238E27FC236}">
                <a16:creationId xmlns:a16="http://schemas.microsoft.com/office/drawing/2014/main" id="{80ADEBD9-71CA-D091-772D-DC8C9B7289CB}"/>
              </a:ext>
            </a:extLst>
          </p:cNvPr>
          <p:cNvSpPr/>
          <p:nvPr/>
        </p:nvSpPr>
        <p:spPr>
          <a:xfrm>
            <a:off x="6832118" y="853333"/>
            <a:ext cx="1059618" cy="61207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tiene</a:t>
            </a:r>
            <a:endParaRPr lang="es-ES" sz="1600" dirty="0"/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7C197D0A-6C5C-BC3B-FD0A-231FA0C2B508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 flipV="1">
            <a:off x="6095997" y="1159370"/>
            <a:ext cx="736121" cy="339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5D4C6F6-6B07-50FE-C7E1-308B711A60F9}"/>
              </a:ext>
            </a:extLst>
          </p:cNvPr>
          <p:cNvCxnSpPr>
            <a:cxnSpLocks/>
            <a:stCxn id="40" idx="3"/>
            <a:endCxn id="6" idx="1"/>
          </p:cNvCxnSpPr>
          <p:nvPr/>
        </p:nvCxnSpPr>
        <p:spPr>
          <a:xfrm>
            <a:off x="7891736" y="1159370"/>
            <a:ext cx="475896" cy="33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457B5758-688E-C532-782F-A89C4254EB5E}"/>
              </a:ext>
            </a:extLst>
          </p:cNvPr>
          <p:cNvCxnSpPr>
            <a:stCxn id="8" idx="2"/>
            <a:endCxn id="39" idx="0"/>
          </p:cNvCxnSpPr>
          <p:nvPr/>
        </p:nvCxnSpPr>
        <p:spPr>
          <a:xfrm rot="16200000" flipH="1">
            <a:off x="1596160" y="3299874"/>
            <a:ext cx="517045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ADD4CEBC-61C6-F1C7-C851-96F5F0D414AB}"/>
              </a:ext>
            </a:extLst>
          </p:cNvPr>
          <p:cNvCxnSpPr>
            <a:stCxn id="39" idx="2"/>
            <a:endCxn id="7" idx="0"/>
          </p:cNvCxnSpPr>
          <p:nvPr/>
        </p:nvCxnSpPr>
        <p:spPr>
          <a:xfrm rot="16200000" flipH="1">
            <a:off x="1582952" y="4321116"/>
            <a:ext cx="543463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1937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Se envía</a:t>
            </a:r>
          </a:p>
        </p:txBody>
      </p: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EA1E635D-4509-F556-3B4C-4BF85F6E7DB2}"/>
              </a:ext>
            </a:extLst>
          </p:cNvPr>
          <p:cNvCxnSpPr>
            <a:stCxn id="5" idx="3"/>
            <a:endCxn id="54" idx="1"/>
          </p:cNvCxnSpPr>
          <p:nvPr/>
        </p:nvCxnSpPr>
        <p:spPr>
          <a:xfrm flipV="1">
            <a:off x="6241930" y="2954548"/>
            <a:ext cx="95178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F096B372-E4E3-A6A2-F7E0-55F74EB59885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8513557" y="1440966"/>
            <a:ext cx="572222" cy="151358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1155BBA-C1B1-8E9B-142D-E82C4EFF3963}"/>
              </a:ext>
            </a:extLst>
          </p:cNvPr>
          <p:cNvSpPr txBox="1"/>
          <p:nvPr/>
        </p:nvSpPr>
        <p:spPr>
          <a:xfrm>
            <a:off x="7829913" y="8673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A59ECD3-DB8A-8743-B65F-6FF1562E0AEE}"/>
              </a:ext>
            </a:extLst>
          </p:cNvPr>
          <p:cNvSpPr txBox="1"/>
          <p:nvPr/>
        </p:nvSpPr>
        <p:spPr>
          <a:xfrm>
            <a:off x="6069403" y="8673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1815BF1-1F3B-B42B-3151-1FB56C740423}"/>
              </a:ext>
            </a:extLst>
          </p:cNvPr>
          <p:cNvSpPr txBox="1"/>
          <p:nvPr/>
        </p:nvSpPr>
        <p:spPr>
          <a:xfrm>
            <a:off x="6953611" y="57138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5689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6ADCE2B-CBE6-6CE9-1714-AD2D859C2C91}"/>
              </a:ext>
            </a:extLst>
          </p:cNvPr>
          <p:cNvSpPr txBox="1"/>
          <p:nvPr/>
        </p:nvSpPr>
        <p:spPr>
          <a:xfrm>
            <a:off x="9096558" y="173865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561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187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023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122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122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354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2D9740-61CD-A978-6751-96DF2E857D62}"/>
              </a:ext>
            </a:extLst>
          </p:cNvPr>
          <p:cNvSpPr txBox="1"/>
          <p:nvPr/>
        </p:nvSpPr>
        <p:spPr>
          <a:xfrm>
            <a:off x="2422586" y="450457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698E118-6DC7-263D-4022-E82680F7F05F}"/>
              </a:ext>
            </a:extLst>
          </p:cNvPr>
          <p:cNvSpPr txBox="1"/>
          <p:nvPr/>
        </p:nvSpPr>
        <p:spPr>
          <a:xfrm>
            <a:off x="4230536" y="449505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DF108DD-2D76-D286-03E2-E3E77ED6C586}"/>
              </a:ext>
            </a:extLst>
          </p:cNvPr>
          <p:cNvSpPr txBox="1"/>
          <p:nvPr/>
        </p:nvSpPr>
        <p:spPr>
          <a:xfrm>
            <a:off x="1823408" y="315788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4011716-8653-9E0E-AECD-517F8B8AB5C4}"/>
              </a:ext>
            </a:extLst>
          </p:cNvPr>
          <p:cNvSpPr txBox="1"/>
          <p:nvPr/>
        </p:nvSpPr>
        <p:spPr>
          <a:xfrm>
            <a:off x="1823407" y="4148201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D60E7C9-F433-DF70-614A-DFEE8257CF6A}"/>
              </a:ext>
            </a:extLst>
          </p:cNvPr>
          <p:cNvSpPr txBox="1"/>
          <p:nvPr/>
        </p:nvSpPr>
        <p:spPr>
          <a:xfrm>
            <a:off x="2683186" y="3650003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571AA91-9E69-DB8F-3053-3F0978353885}"/>
              </a:ext>
            </a:extLst>
          </p:cNvPr>
          <p:cNvSpPr txBox="1"/>
          <p:nvPr/>
        </p:nvSpPr>
        <p:spPr>
          <a:xfrm>
            <a:off x="3306929" y="419493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27859435-99A4-F766-DA97-609069672E7E}"/>
              </a:ext>
            </a:extLst>
          </p:cNvPr>
          <p:cNvCxnSpPr>
            <a:cxnSpLocks/>
          </p:cNvCxnSpPr>
          <p:nvPr/>
        </p:nvCxnSpPr>
        <p:spPr>
          <a:xfrm flipH="1">
            <a:off x="4804910" y="116276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A44FA40-AE3C-FD03-CA60-3FEE0BA97178}"/>
              </a:ext>
            </a:extLst>
          </p:cNvPr>
          <p:cNvCxnSpPr>
            <a:cxnSpLocks/>
          </p:cNvCxnSpPr>
          <p:nvPr/>
        </p:nvCxnSpPr>
        <p:spPr>
          <a:xfrm flipV="1">
            <a:off x="8386431" y="6299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9553E78-1FB7-8A20-1DF3-124D70B6D752}"/>
              </a:ext>
            </a:extLst>
          </p:cNvPr>
          <p:cNvCxnSpPr>
            <a:cxnSpLocks/>
          </p:cNvCxnSpPr>
          <p:nvPr/>
        </p:nvCxnSpPr>
        <p:spPr>
          <a:xfrm flipV="1">
            <a:off x="8982775" y="63734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F729F2B7-DF43-BB6E-8D09-055895C39553}"/>
              </a:ext>
            </a:extLst>
          </p:cNvPr>
          <p:cNvCxnSpPr>
            <a:cxnSpLocks/>
          </p:cNvCxnSpPr>
          <p:nvPr/>
        </p:nvCxnSpPr>
        <p:spPr>
          <a:xfrm flipV="1">
            <a:off x="9502608" y="63554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7B40834B-D255-D63D-F975-F8E1D566FDC2}"/>
              </a:ext>
            </a:extLst>
          </p:cNvPr>
          <p:cNvCxnSpPr>
            <a:cxnSpLocks/>
          </p:cNvCxnSpPr>
          <p:nvPr/>
        </p:nvCxnSpPr>
        <p:spPr>
          <a:xfrm flipH="1">
            <a:off x="908654" y="478191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D9F694C4-9446-7B9E-3B37-BBA98D04C5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21560" y="494529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4872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saldo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267712" y="218628"/>
            <a:ext cx="1083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Límite_crédito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723786" y="16077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Descuento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4021917" y="103195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Id_cliente</a:t>
            </a:r>
            <a:endParaRPr lang="es-ES" sz="1100" dirty="0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BA49A927-CC2C-91D3-6E78-03A07FAFC0DA}"/>
              </a:ext>
            </a:extLst>
          </p:cNvPr>
          <p:cNvSpPr txBox="1"/>
          <p:nvPr/>
        </p:nvSpPr>
        <p:spPr>
          <a:xfrm rot="19193406">
            <a:off x="8213788" y="22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calle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7529D9B8-3E2B-EE2E-F035-9A7F4532A0F0}"/>
              </a:ext>
            </a:extLst>
          </p:cNvPr>
          <p:cNvSpPr txBox="1"/>
          <p:nvPr/>
        </p:nvSpPr>
        <p:spPr>
          <a:xfrm rot="19193406">
            <a:off x="8754830" y="2360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número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90F6E408-3EE7-9D15-E0BF-94150A096AB0}"/>
              </a:ext>
            </a:extLst>
          </p:cNvPr>
          <p:cNvSpPr txBox="1"/>
          <p:nvPr/>
        </p:nvSpPr>
        <p:spPr>
          <a:xfrm rot="19193406">
            <a:off x="9265934" y="730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CP</a:t>
            </a: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BB845687-5232-CA01-AD86-68A99EF0A904}"/>
              </a:ext>
            </a:extLst>
          </p:cNvPr>
          <p:cNvCxnSpPr>
            <a:cxnSpLocks/>
          </p:cNvCxnSpPr>
          <p:nvPr/>
        </p:nvCxnSpPr>
        <p:spPr>
          <a:xfrm flipV="1">
            <a:off x="9867443" y="6309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D034C8B6-6B78-C9EC-E638-49FB9686EFEE}"/>
              </a:ext>
            </a:extLst>
          </p:cNvPr>
          <p:cNvSpPr txBox="1"/>
          <p:nvPr/>
        </p:nvSpPr>
        <p:spPr>
          <a:xfrm rot="19193406">
            <a:off x="9621530" y="5918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ciudad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3508854-9DF3-38AA-D250-F599829EEEF1}"/>
              </a:ext>
            </a:extLst>
          </p:cNvPr>
          <p:cNvSpPr txBox="1"/>
          <p:nvPr/>
        </p:nvSpPr>
        <p:spPr>
          <a:xfrm>
            <a:off x="549932" y="46382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33CF4DED-5A60-828E-24A7-E932189B3D5F}"/>
              </a:ext>
            </a:extLst>
          </p:cNvPr>
          <p:cNvSpPr txBox="1"/>
          <p:nvPr/>
        </p:nvSpPr>
        <p:spPr>
          <a:xfrm rot="19193406">
            <a:off x="583169" y="5293522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descripción</a:t>
            </a:r>
          </a:p>
        </p:txBody>
      </p: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BC6AA085-419F-B551-D2BC-5248D0DF08A8}"/>
              </a:ext>
            </a:extLst>
          </p:cNvPr>
          <p:cNvCxnSpPr>
            <a:cxnSpLocks/>
          </p:cNvCxnSpPr>
          <p:nvPr/>
        </p:nvCxnSpPr>
        <p:spPr>
          <a:xfrm flipV="1">
            <a:off x="2484059" y="3558397"/>
            <a:ext cx="199127" cy="18321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86EE99EA-D192-6D20-3487-06D77C7B480A}"/>
              </a:ext>
            </a:extLst>
          </p:cNvPr>
          <p:cNvSpPr txBox="1"/>
          <p:nvPr/>
        </p:nvSpPr>
        <p:spPr>
          <a:xfrm rot="19193406">
            <a:off x="2556681" y="304892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existencias</a:t>
            </a:r>
          </a:p>
        </p:txBody>
      </p: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CCD62A16-6430-2F5C-CA0E-2260332F1D89}"/>
              </a:ext>
            </a:extLst>
          </p:cNvPr>
          <p:cNvCxnSpPr>
            <a:cxnSpLocks/>
          </p:cNvCxnSpPr>
          <p:nvPr/>
        </p:nvCxnSpPr>
        <p:spPr>
          <a:xfrm flipH="1">
            <a:off x="4591414" y="292622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8D2DABD5-0F0F-AF34-7240-F7A17A9226DC}"/>
              </a:ext>
            </a:extLst>
          </p:cNvPr>
          <p:cNvCxnSpPr>
            <a:cxnSpLocks/>
          </p:cNvCxnSpPr>
          <p:nvPr/>
        </p:nvCxnSpPr>
        <p:spPr>
          <a:xfrm flipH="1">
            <a:off x="965446" y="283109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739FABB-CA9C-9A32-B30F-FFCD0B2F2110}"/>
              </a:ext>
            </a:extLst>
          </p:cNvPr>
          <p:cNvSpPr txBox="1"/>
          <p:nvPr/>
        </p:nvSpPr>
        <p:spPr>
          <a:xfrm>
            <a:off x="646730" y="270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20D93C3-B171-5F72-3DCF-422871F005B3}"/>
              </a:ext>
            </a:extLst>
          </p:cNvPr>
          <p:cNvCxnSpPr>
            <a:cxnSpLocks/>
          </p:cNvCxnSpPr>
          <p:nvPr/>
        </p:nvCxnSpPr>
        <p:spPr>
          <a:xfrm flipV="1">
            <a:off x="1333500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1C4E66D-1F86-BC32-3D81-60BA7060E6F6}"/>
              </a:ext>
            </a:extLst>
          </p:cNvPr>
          <p:cNvCxnSpPr>
            <a:cxnSpLocks/>
          </p:cNvCxnSpPr>
          <p:nvPr/>
        </p:nvCxnSpPr>
        <p:spPr>
          <a:xfrm flipV="1">
            <a:off x="1823407" y="24101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D5F7235-355D-9840-9757-D43B216C704A}"/>
              </a:ext>
            </a:extLst>
          </p:cNvPr>
          <p:cNvSpPr txBox="1"/>
          <p:nvPr/>
        </p:nvSpPr>
        <p:spPr>
          <a:xfrm rot="19193406">
            <a:off x="1119269" y="19564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teléfono</a:t>
            </a:r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A8517C0-C6A7-59B2-0E5B-08229A8F9484}"/>
              </a:ext>
            </a:extLst>
          </p:cNvPr>
          <p:cNvSpPr txBox="1"/>
          <p:nvPr/>
        </p:nvSpPr>
        <p:spPr>
          <a:xfrm rot="19193406">
            <a:off x="1567945" y="197226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nombre</a:t>
            </a:r>
          </a:p>
        </p:txBody>
      </p: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DA48D2A5-2F60-D08D-5B27-4AC61E4DEAFB}"/>
              </a:ext>
            </a:extLst>
          </p:cNvPr>
          <p:cNvCxnSpPr>
            <a:cxnSpLocks/>
          </p:cNvCxnSpPr>
          <p:nvPr/>
        </p:nvCxnSpPr>
        <p:spPr>
          <a:xfrm flipV="1">
            <a:off x="2269754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388CD31C-98FD-49B1-24E8-552ECB07C09A}"/>
              </a:ext>
            </a:extLst>
          </p:cNvPr>
          <p:cNvSpPr txBox="1"/>
          <p:nvPr/>
        </p:nvSpPr>
        <p:spPr>
          <a:xfrm rot="19193406">
            <a:off x="2062088" y="197688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tipo</a:t>
            </a:r>
          </a:p>
        </p:txBody>
      </p: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F9927944-E95C-07D1-C0B0-E537D28064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67443" y="124724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24FB9CA2-6C88-346E-1701-A449C14F2748}"/>
              </a:ext>
            </a:extLst>
          </p:cNvPr>
          <p:cNvSpPr txBox="1"/>
          <p:nvPr/>
        </p:nvSpPr>
        <p:spPr>
          <a:xfrm>
            <a:off x="10200997" y="1095968"/>
            <a:ext cx="10140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ID_dirección</a:t>
            </a:r>
            <a:endParaRPr lang="es-ES" sz="1100" dirty="0"/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E3F8B175-F137-0A1B-BCF9-E4B134714A09}"/>
              </a:ext>
            </a:extLst>
          </p:cNvPr>
          <p:cNvSpPr txBox="1"/>
          <p:nvPr/>
        </p:nvSpPr>
        <p:spPr>
          <a:xfrm>
            <a:off x="3609910" y="280173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ID_pedido</a:t>
            </a:r>
            <a:endParaRPr lang="es-ES" sz="1100" dirty="0"/>
          </a:p>
        </p:txBody>
      </p:sp>
      <p:cxnSp>
        <p:nvCxnSpPr>
          <p:cNvPr id="128" name="Conector recto de flecha 127">
            <a:extLst>
              <a:ext uri="{FF2B5EF4-FFF2-40B4-BE49-F238E27FC236}">
                <a16:creationId xmlns:a16="http://schemas.microsoft.com/office/drawing/2014/main" id="{5A312737-3B5A-05C2-44DB-8DBB9A98D117}"/>
              </a:ext>
            </a:extLst>
          </p:cNvPr>
          <p:cNvCxnSpPr>
            <a:cxnSpLocks/>
          </p:cNvCxnSpPr>
          <p:nvPr/>
        </p:nvCxnSpPr>
        <p:spPr>
          <a:xfrm flipV="1">
            <a:off x="5113695" y="262039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D1DB9AB7-C561-E241-F395-D65955AEEB92}"/>
              </a:ext>
            </a:extLst>
          </p:cNvPr>
          <p:cNvSpPr txBox="1"/>
          <p:nvPr/>
        </p:nvSpPr>
        <p:spPr>
          <a:xfrm rot="19193406">
            <a:off x="4795700" y="2245809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Id_direcció</a:t>
            </a:r>
            <a:endParaRPr lang="es-ES" sz="8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110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116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51319" y="549207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cantidad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383735" y="5508255"/>
            <a:ext cx="9086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Id_artículo</a:t>
            </a:r>
            <a:endParaRPr lang="es-ES" sz="1100" dirty="0"/>
          </a:p>
        </p:txBody>
      </p: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65D23157-7285-E071-BD1E-180A058F195F}"/>
              </a:ext>
            </a:extLst>
          </p:cNvPr>
          <p:cNvCxnSpPr>
            <a:cxnSpLocks/>
          </p:cNvCxnSpPr>
          <p:nvPr/>
        </p:nvCxnSpPr>
        <p:spPr>
          <a:xfrm flipV="1">
            <a:off x="5321512" y="26250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F3F2BEE7-4BE5-5BBE-D69A-BBBAA99957EF}"/>
              </a:ext>
            </a:extLst>
          </p:cNvPr>
          <p:cNvSpPr txBox="1"/>
          <p:nvPr/>
        </p:nvSpPr>
        <p:spPr>
          <a:xfrm rot="19193406">
            <a:off x="5003517" y="2250428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Data_hora</a:t>
            </a:r>
            <a:endParaRPr lang="es-ES" sz="80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ED37DA5-8901-46D0-5286-6DFD4D24C4BF}"/>
              </a:ext>
            </a:extLst>
          </p:cNvPr>
          <p:cNvCxnSpPr>
            <a:cxnSpLocks/>
          </p:cNvCxnSpPr>
          <p:nvPr/>
        </p:nvCxnSpPr>
        <p:spPr>
          <a:xfrm>
            <a:off x="6395598" y="4769071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625EF36-5EA0-624F-A49A-AC632C694722}"/>
              </a:ext>
            </a:extLst>
          </p:cNvPr>
          <p:cNvSpPr txBox="1"/>
          <p:nvPr/>
        </p:nvSpPr>
        <p:spPr>
          <a:xfrm>
            <a:off x="6763132" y="466931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ID_cuerpo_pedido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86702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4559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141</Words>
  <Application>Microsoft Office PowerPoint</Application>
  <PresentationFormat>Panorámica</PresentationFormat>
  <Paragraphs>52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9</cp:revision>
  <dcterms:created xsi:type="dcterms:W3CDTF">2026-10-20T17:42:37Z</dcterms:created>
  <dcterms:modified xsi:type="dcterms:W3CDTF">2026-10-20T18:19:06Z</dcterms:modified>
</cp:coreProperties>
</file>