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68" r:id="rId5"/>
    <p:sldId id="262" r:id="rId6"/>
    <p:sldId id="260" r:id="rId7"/>
    <p:sldId id="263" r:id="rId8"/>
    <p:sldId id="269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5" r:id="rId17"/>
    <p:sldId id="277" r:id="rId18"/>
    <p:sldId id="279" r:id="rId19"/>
    <p:sldId id="278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42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5EAF5-E9AA-B9F0-8BBA-C8997FE22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AA5C5-AABC-591C-5F4C-5621E6765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BA4C53-004D-FA9A-1664-E2B777DF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89444A-62B6-D7EB-422C-19238697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B074C3-409D-8AA4-CD1E-22C35E11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292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C1BB8-6CED-C0C9-5F26-23F8D344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F70E17-E1FF-E7C4-FDB9-EC31A904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AB4104-5179-F36B-8F6B-E0E30595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0A02FA-2BD7-A40A-6AA5-11C7BF5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444D02-346F-8EAB-C629-34D5E3A9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543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1A56-44B2-8172-F3F6-DA07DFBC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1ADBC6-BFA3-CE6C-87BA-172656452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26ACC-3874-19F1-752C-D83C7586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36E4D9-BFBC-0F2E-8F37-A3E89E4E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1CD10B-2001-0971-0A76-84EEDFCA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29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654FD-4E4B-7A18-7BC6-9B10E9C3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38839D-D787-4759-5A3F-973A80777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1C04B3-AC9E-FB86-789F-90F96B494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56BE43-9ED0-112E-F177-7D9B2CD73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01FC2-7FC0-F8CD-214A-88A39285A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F40E3E-8A60-313F-44D0-FA334260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8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4A13C-48CD-99B2-8498-204471D0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AA0127-80DC-84A5-2E72-1C3E94DD5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3DC0C5-862A-C891-3E32-1B2602FCC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100D35-0D51-4185-A11B-76245155D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3134F9-8AF9-FB52-BAD9-16322A925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2B37D3F-8FF3-5CB0-6FEA-8ED0AD60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EFF846-59C1-2CEF-67E9-5A6EE193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68B9F8-E200-EB7A-0529-4FE0D55C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064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C77AE-B37D-3B8F-4D4E-3FA17598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6756CE-9767-4664-2A18-A9EFD524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D772AA-E01E-D22F-944B-508B89C5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13CAC4-BF6A-F4B7-7492-94940B13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838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3BE177-92B3-5370-1D15-6111CE2D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2AB0BE-C5D6-8575-FBEA-03054AAC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0B8A32-D4AA-645C-BC02-5626C9B5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84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12A3B-3DD8-4556-A13A-1052509F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781C1C-9504-706F-F4A8-ED801BE3E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23350A-3EFA-AC7C-25FA-D7A91740A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232DA1-4CA0-CB5A-7F83-EBE98B02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AB4C8A-5D22-CA81-8220-142E5951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C78CE3-6C1E-7E94-BF1D-C9BA8915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84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0A9DC-75FB-E246-0FE2-F7145F17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FF28849-B766-9027-9716-5CAEDFABF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F5359D-DD67-3BF7-4DD5-51AC8E287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FF6ADA-D447-B079-A211-EEC86701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DABFA6-C2B6-AEC3-2B77-5C4378D4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BD6A05-5F0E-D538-3FA2-339CFBAD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18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B9208-F1FD-ABA9-EA47-096EAE58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395918-C8FF-1813-8401-018844957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CB4D88-B4D2-5B43-FD53-CA0E9EF76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BC0611-0241-014E-6680-516AA0D5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66B3B-DED9-1B29-DC45-3A8B480D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2599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309B14-12E2-22B2-14EC-1DC61A5C4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8597C-0279-2BD1-C67E-E65496F9C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3DCF0D-A139-F557-31FF-8B4327A2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741C77-06F9-9E0A-D0A4-503AD90F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9DC0BC-4A53-59E5-B980-FD4B723F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825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CB969F-E041-4E29-61A9-4EADE721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29A7E8-86D8-6D51-1353-704F2E796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BF8ADC-0A38-386E-C020-AC789472F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9A168-1F25-4A90-82C3-1D8981F5C2EF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CF9EBB-8484-5992-F9B1-4BBF5CA83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9A742-6D55-0046-D4BA-415E9A254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0801D-D797-4EBF-BE20-D6964AE4C9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329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446220D-70F9-A9AF-DF70-3A28AAEA441E}"/>
              </a:ext>
            </a:extLst>
          </p:cNvPr>
          <p:cNvSpPr txBox="1"/>
          <p:nvPr/>
        </p:nvSpPr>
        <p:spPr>
          <a:xfrm>
            <a:off x="1311215" y="793630"/>
            <a:ext cx="10688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1. Identificar </a:t>
            </a:r>
            <a:r>
              <a:rPr lang="es-ES" dirty="0" err="1"/>
              <a:t>entitats</a:t>
            </a:r>
            <a:endParaRPr lang="es-ES" dirty="0"/>
          </a:p>
          <a:p>
            <a:r>
              <a:rPr lang="es-ES" dirty="0"/>
              <a:t>2. Identificar </a:t>
            </a:r>
            <a:r>
              <a:rPr lang="es-ES" dirty="0" err="1"/>
              <a:t>relacions</a:t>
            </a:r>
            <a:r>
              <a:rPr lang="es-ES" dirty="0"/>
              <a:t> </a:t>
            </a:r>
          </a:p>
          <a:p>
            <a:r>
              <a:rPr lang="es-ES" dirty="0"/>
              <a:t>3. Identificar </a:t>
            </a:r>
            <a:r>
              <a:rPr lang="es-ES" dirty="0" err="1"/>
              <a:t>cardinalitats</a:t>
            </a:r>
            <a:endParaRPr lang="es-ES" dirty="0"/>
          </a:p>
          <a:p>
            <a:r>
              <a:rPr lang="es-ES" dirty="0"/>
              <a:t>4. Identificar </a:t>
            </a:r>
            <a:r>
              <a:rPr lang="es-ES" dirty="0" err="1"/>
              <a:t>atributs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345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05E123E-93D8-0B68-F71E-8D2769829D06}"/>
              </a:ext>
            </a:extLst>
          </p:cNvPr>
          <p:cNvGraphicFramePr>
            <a:graphicFrameLocks noGrp="1"/>
          </p:cNvGraphicFramePr>
          <p:nvPr/>
        </p:nvGraphicFramePr>
        <p:xfrm>
          <a:off x="1133894" y="1996440"/>
          <a:ext cx="9924211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698">
                  <a:extLst>
                    <a:ext uri="{9D8B030D-6E8A-4147-A177-3AD203B41FA5}">
                      <a16:colId xmlns:a16="http://schemas.microsoft.com/office/drawing/2014/main" val="4289832320"/>
                    </a:ext>
                  </a:extLst>
                </a:gridCol>
                <a:gridCol w="1086928">
                  <a:extLst>
                    <a:ext uri="{9D8B030D-6E8A-4147-A177-3AD203B41FA5}">
                      <a16:colId xmlns:a16="http://schemas.microsoft.com/office/drawing/2014/main" val="1412820800"/>
                    </a:ext>
                  </a:extLst>
                </a:gridCol>
                <a:gridCol w="1630392">
                  <a:extLst>
                    <a:ext uri="{9D8B030D-6E8A-4147-A177-3AD203B41FA5}">
                      <a16:colId xmlns:a16="http://schemas.microsoft.com/office/drawing/2014/main" val="2969004268"/>
                    </a:ext>
                  </a:extLst>
                </a:gridCol>
                <a:gridCol w="1242204">
                  <a:extLst>
                    <a:ext uri="{9D8B030D-6E8A-4147-A177-3AD203B41FA5}">
                      <a16:colId xmlns:a16="http://schemas.microsoft.com/office/drawing/2014/main" val="1843240588"/>
                    </a:ext>
                  </a:extLst>
                </a:gridCol>
                <a:gridCol w="1621766">
                  <a:extLst>
                    <a:ext uri="{9D8B030D-6E8A-4147-A177-3AD203B41FA5}">
                      <a16:colId xmlns:a16="http://schemas.microsoft.com/office/drawing/2014/main" val="1553718878"/>
                    </a:ext>
                  </a:extLst>
                </a:gridCol>
                <a:gridCol w="1535502">
                  <a:extLst>
                    <a:ext uri="{9D8B030D-6E8A-4147-A177-3AD203B41FA5}">
                      <a16:colId xmlns:a16="http://schemas.microsoft.com/office/drawing/2014/main" val="1464561780"/>
                    </a:ext>
                  </a:extLst>
                </a:gridCol>
                <a:gridCol w="1345721">
                  <a:extLst>
                    <a:ext uri="{9D8B030D-6E8A-4147-A177-3AD203B41FA5}">
                      <a16:colId xmlns:a16="http://schemas.microsoft.com/office/drawing/2014/main" val="344820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Direcció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Comanda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Cos com.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Article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Fàbrica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4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/>
                        <a:t>Es </a:t>
                      </a:r>
                      <a:r>
                        <a:rPr lang="es-ES" b="0" dirty="0" err="1"/>
                        <a:t>tinguda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feta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3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Direcció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S’envia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8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Comanda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/>
                        <a:t>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/>
                        <a:t>Es </a:t>
                      </a:r>
                      <a:r>
                        <a:rPr lang="es-ES" b="0" dirty="0" err="1"/>
                        <a:t>rep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continguda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Cos com.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5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Article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proveeix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12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Fàbrica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proveït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44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364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60187" y="2769081"/>
            <a:ext cx="131984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COMANDA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2FA7382-58FB-101C-6436-5BF955BF2171}"/>
              </a:ext>
            </a:extLst>
          </p:cNvPr>
          <p:cNvSpPr/>
          <p:nvPr/>
        </p:nvSpPr>
        <p:spPr>
          <a:xfrm>
            <a:off x="8367632" y="884561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DIRECCIÓ </a:t>
            </a:r>
            <a:br>
              <a:rPr lang="es-ES" dirty="0"/>
            </a:br>
            <a:r>
              <a:rPr lang="es-ES" dirty="0" err="1"/>
              <a:t>enviament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65400B-21CF-011D-1AE3-3EA6576069D1}"/>
              </a:ext>
            </a:extLst>
          </p:cNvPr>
          <p:cNvSpPr/>
          <p:nvPr/>
        </p:nvSpPr>
        <p:spPr>
          <a:xfrm>
            <a:off x="1242208" y="4592849"/>
            <a:ext cx="1224951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ARTICLE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403A333-4764-6421-64B5-D9D52F732C1A}"/>
              </a:ext>
            </a:extLst>
          </p:cNvPr>
          <p:cNvSpPr/>
          <p:nvPr/>
        </p:nvSpPr>
        <p:spPr>
          <a:xfrm>
            <a:off x="1299000" y="2670418"/>
            <a:ext cx="111136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Fàbrica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</a:t>
            </a:r>
            <a:br>
              <a:rPr lang="es-ES" dirty="0"/>
            </a:br>
            <a:r>
              <a:rPr lang="es-ES" dirty="0"/>
              <a:t>comanda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0" cy="470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573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té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617232" y="3140016"/>
            <a:ext cx="2877" cy="3040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6172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mbo 33">
            <a:extLst>
              <a:ext uri="{FF2B5EF4-FFF2-40B4-BE49-F238E27FC236}">
                <a16:creationId xmlns:a16="http://schemas.microsoft.com/office/drawing/2014/main" id="{14CBC138-30D3-5E64-88EE-06B5C6453D5C}"/>
              </a:ext>
            </a:extLst>
          </p:cNvPr>
          <p:cNvSpPr/>
          <p:nvPr/>
        </p:nvSpPr>
        <p:spPr>
          <a:xfrm>
            <a:off x="2905663" y="4475673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 err="1"/>
              <a:t>apareix</a:t>
            </a:r>
            <a:endParaRPr lang="es-ES" sz="1100" dirty="0"/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12B4049E-00BE-715F-CB53-4FA4F2D55298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 flipV="1">
            <a:off x="2467159" y="4778316"/>
            <a:ext cx="43850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37548EF5-EFDA-6933-97E5-D34EFA219443}"/>
              </a:ext>
            </a:extLst>
          </p:cNvPr>
          <p:cNvCxnSpPr>
            <a:cxnSpLocks/>
            <a:stCxn id="34" idx="3"/>
            <a:endCxn id="9" idx="1"/>
          </p:cNvCxnSpPr>
          <p:nvPr/>
        </p:nvCxnSpPr>
        <p:spPr>
          <a:xfrm>
            <a:off x="4225506" y="4778316"/>
            <a:ext cx="559277" cy="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mbo 38">
            <a:extLst>
              <a:ext uri="{FF2B5EF4-FFF2-40B4-BE49-F238E27FC236}">
                <a16:creationId xmlns:a16="http://schemas.microsoft.com/office/drawing/2014/main" id="{398FB2B5-A252-B5D3-8843-304267AAE2B9}"/>
              </a:ext>
            </a:extLst>
          </p:cNvPr>
          <p:cNvSpPr/>
          <p:nvPr/>
        </p:nvSpPr>
        <p:spPr>
          <a:xfrm>
            <a:off x="1090888" y="3558398"/>
            <a:ext cx="1527589" cy="49098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/>
              <a:t>distribueix</a:t>
            </a:r>
            <a:endParaRPr lang="es-ES" sz="1000" dirty="0"/>
          </a:p>
        </p:txBody>
      </p:sp>
      <p:sp>
        <p:nvSpPr>
          <p:cNvPr id="40" name="Rombo 39">
            <a:extLst>
              <a:ext uri="{FF2B5EF4-FFF2-40B4-BE49-F238E27FC236}">
                <a16:creationId xmlns:a16="http://schemas.microsoft.com/office/drawing/2014/main" id="{80ADEBD9-71CA-D091-772D-DC8C9B7289CB}"/>
              </a:ext>
            </a:extLst>
          </p:cNvPr>
          <p:cNvSpPr/>
          <p:nvPr/>
        </p:nvSpPr>
        <p:spPr>
          <a:xfrm>
            <a:off x="6571893" y="86012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té</a:t>
            </a:r>
          </a:p>
        </p:txBody>
      </p: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7C197D0A-6C5C-BC3B-FD0A-231FA0C2B508}"/>
              </a:ext>
            </a:extLst>
          </p:cNvPr>
          <p:cNvCxnSpPr>
            <a:stCxn id="4" idx="3"/>
            <a:endCxn id="40" idx="1"/>
          </p:cNvCxnSpPr>
          <p:nvPr/>
        </p:nvCxnSpPr>
        <p:spPr>
          <a:xfrm flipV="1">
            <a:off x="6095997" y="1162764"/>
            <a:ext cx="475896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5D4C6F6-6B07-50FE-C7E1-308B711A60F9}"/>
              </a:ext>
            </a:extLst>
          </p:cNvPr>
          <p:cNvCxnSpPr>
            <a:stCxn id="40" idx="3"/>
            <a:endCxn id="6" idx="1"/>
          </p:cNvCxnSpPr>
          <p:nvPr/>
        </p:nvCxnSpPr>
        <p:spPr>
          <a:xfrm>
            <a:off x="7891736" y="1162764"/>
            <a:ext cx="475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457B5758-688E-C532-782F-A89C4254EB5E}"/>
              </a:ext>
            </a:extLst>
          </p:cNvPr>
          <p:cNvCxnSpPr>
            <a:stCxn id="8" idx="2"/>
            <a:endCxn id="39" idx="0"/>
          </p:cNvCxnSpPr>
          <p:nvPr/>
        </p:nvCxnSpPr>
        <p:spPr>
          <a:xfrm rot="16200000" flipH="1">
            <a:off x="1596160" y="3299874"/>
            <a:ext cx="517045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ADD4CEBC-61C6-F1C7-C851-96F5F0D414AB}"/>
              </a:ext>
            </a:extLst>
          </p:cNvPr>
          <p:cNvCxnSpPr>
            <a:stCxn id="39" idx="2"/>
            <a:endCxn id="7" idx="0"/>
          </p:cNvCxnSpPr>
          <p:nvPr/>
        </p:nvCxnSpPr>
        <p:spPr>
          <a:xfrm rot="16200000" flipH="1">
            <a:off x="1582952" y="4321116"/>
            <a:ext cx="543463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S’envia</a:t>
            </a:r>
            <a:endParaRPr lang="es-ES" sz="1200" dirty="0"/>
          </a:p>
        </p:txBody>
      </p: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EA1E635D-4509-F556-3B4C-4BF85F6E7DB2}"/>
              </a:ext>
            </a:extLst>
          </p:cNvPr>
          <p:cNvCxnSpPr>
            <a:stCxn id="5" idx="3"/>
            <a:endCxn id="54" idx="1"/>
          </p:cNvCxnSpPr>
          <p:nvPr/>
        </p:nvCxnSpPr>
        <p:spPr>
          <a:xfrm flipV="1">
            <a:off x="6280030" y="2954548"/>
            <a:ext cx="95178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F096B372-E4E3-A6A2-F7E0-55F74EB59885}"/>
              </a:ext>
            </a:extLst>
          </p:cNvPr>
          <p:cNvCxnSpPr>
            <a:stCxn id="54" idx="3"/>
            <a:endCxn id="6" idx="2"/>
          </p:cNvCxnSpPr>
          <p:nvPr/>
        </p:nvCxnSpPr>
        <p:spPr>
          <a:xfrm flipV="1">
            <a:off x="8551657" y="1440966"/>
            <a:ext cx="572222" cy="151358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1155BBA-C1B1-8E9B-142D-E82C4EFF3963}"/>
              </a:ext>
            </a:extLst>
          </p:cNvPr>
          <p:cNvSpPr txBox="1"/>
          <p:nvPr/>
        </p:nvSpPr>
        <p:spPr>
          <a:xfrm>
            <a:off x="7829913" y="8673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A59ECD3-DB8A-8743-B65F-6FF1562E0AEE}"/>
              </a:ext>
            </a:extLst>
          </p:cNvPr>
          <p:cNvSpPr txBox="1"/>
          <p:nvPr/>
        </p:nvSpPr>
        <p:spPr>
          <a:xfrm>
            <a:off x="6069403" y="8673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1815BF1-1F3B-B42B-3151-1FB56C740423}"/>
              </a:ext>
            </a:extLst>
          </p:cNvPr>
          <p:cNvSpPr txBox="1"/>
          <p:nvPr/>
        </p:nvSpPr>
        <p:spPr>
          <a:xfrm>
            <a:off x="6953611" y="57138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6ADCE2B-CBE6-6CE9-1714-AD2D859C2C91}"/>
              </a:ext>
            </a:extLst>
          </p:cNvPr>
          <p:cNvSpPr txBox="1"/>
          <p:nvPr/>
        </p:nvSpPr>
        <p:spPr>
          <a:xfrm>
            <a:off x="9096558" y="173865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503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503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735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52D9740-61CD-A978-6751-96DF2E857D62}"/>
              </a:ext>
            </a:extLst>
          </p:cNvPr>
          <p:cNvSpPr txBox="1"/>
          <p:nvPr/>
        </p:nvSpPr>
        <p:spPr>
          <a:xfrm>
            <a:off x="2422586" y="450457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698E118-6DC7-263D-4022-E82680F7F05F}"/>
              </a:ext>
            </a:extLst>
          </p:cNvPr>
          <p:cNvSpPr txBox="1"/>
          <p:nvPr/>
        </p:nvSpPr>
        <p:spPr>
          <a:xfrm>
            <a:off x="4268636" y="449505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DF108DD-2D76-D286-03E2-E3E77ED6C586}"/>
              </a:ext>
            </a:extLst>
          </p:cNvPr>
          <p:cNvSpPr txBox="1"/>
          <p:nvPr/>
        </p:nvSpPr>
        <p:spPr>
          <a:xfrm>
            <a:off x="1823408" y="315788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4011716-8653-9E0E-AECD-517F8B8AB5C4}"/>
              </a:ext>
            </a:extLst>
          </p:cNvPr>
          <p:cNvSpPr txBox="1"/>
          <p:nvPr/>
        </p:nvSpPr>
        <p:spPr>
          <a:xfrm>
            <a:off x="1823407" y="4148201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D60E7C9-F433-DF70-614A-DFEE8257CF6A}"/>
              </a:ext>
            </a:extLst>
          </p:cNvPr>
          <p:cNvSpPr txBox="1"/>
          <p:nvPr/>
        </p:nvSpPr>
        <p:spPr>
          <a:xfrm>
            <a:off x="2683186" y="3650003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571AA91-9E69-DB8F-3053-3F0978353885}"/>
              </a:ext>
            </a:extLst>
          </p:cNvPr>
          <p:cNvSpPr txBox="1"/>
          <p:nvPr/>
        </p:nvSpPr>
        <p:spPr>
          <a:xfrm>
            <a:off x="3306929" y="419493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27859435-99A4-F766-DA97-609069672E7E}"/>
              </a:ext>
            </a:extLst>
          </p:cNvPr>
          <p:cNvCxnSpPr>
            <a:cxnSpLocks/>
          </p:cNvCxnSpPr>
          <p:nvPr/>
        </p:nvCxnSpPr>
        <p:spPr>
          <a:xfrm flipH="1">
            <a:off x="4804910" y="116276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EA44FA40-AE3C-FD03-CA60-3FEE0BA97178}"/>
              </a:ext>
            </a:extLst>
          </p:cNvPr>
          <p:cNvCxnSpPr>
            <a:cxnSpLocks/>
          </p:cNvCxnSpPr>
          <p:nvPr/>
        </p:nvCxnSpPr>
        <p:spPr>
          <a:xfrm flipV="1">
            <a:off x="8386431" y="6299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99553E78-1FB7-8A20-1DF3-124D70B6D752}"/>
              </a:ext>
            </a:extLst>
          </p:cNvPr>
          <p:cNvCxnSpPr>
            <a:cxnSpLocks/>
          </p:cNvCxnSpPr>
          <p:nvPr/>
        </p:nvCxnSpPr>
        <p:spPr>
          <a:xfrm flipV="1">
            <a:off x="8982775" y="63734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F729F2B7-DF43-BB6E-8D09-055895C39553}"/>
              </a:ext>
            </a:extLst>
          </p:cNvPr>
          <p:cNvCxnSpPr>
            <a:cxnSpLocks/>
          </p:cNvCxnSpPr>
          <p:nvPr/>
        </p:nvCxnSpPr>
        <p:spPr>
          <a:xfrm flipV="1">
            <a:off x="9502608" y="63554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7B40834B-D255-D63D-F975-F8E1D566FDC2}"/>
              </a:ext>
            </a:extLst>
          </p:cNvPr>
          <p:cNvCxnSpPr>
            <a:cxnSpLocks/>
          </p:cNvCxnSpPr>
          <p:nvPr/>
        </p:nvCxnSpPr>
        <p:spPr>
          <a:xfrm flipH="1">
            <a:off x="908654" y="478191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D9F694C4-9446-7B9E-3B37-BBA98D04C5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21560" y="494529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saldo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35122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crèdit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686842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4465602" y="103051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BA49A927-CC2C-91D3-6E78-03A07FAFC0DA}"/>
              </a:ext>
            </a:extLst>
          </p:cNvPr>
          <p:cNvSpPr txBox="1"/>
          <p:nvPr/>
        </p:nvSpPr>
        <p:spPr>
          <a:xfrm rot="19193406">
            <a:off x="8213788" y="22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carrer</a:t>
            </a:r>
            <a:endParaRPr lang="es-ES" sz="1100" dirty="0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7529D9B8-3E2B-EE2E-F035-9A7F4532A0F0}"/>
              </a:ext>
            </a:extLst>
          </p:cNvPr>
          <p:cNvSpPr txBox="1"/>
          <p:nvPr/>
        </p:nvSpPr>
        <p:spPr>
          <a:xfrm rot="19193406">
            <a:off x="8662464" y="2360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número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90F6E408-3EE7-9D15-E0BF-94150A096AB0}"/>
              </a:ext>
            </a:extLst>
          </p:cNvPr>
          <p:cNvSpPr txBox="1"/>
          <p:nvPr/>
        </p:nvSpPr>
        <p:spPr>
          <a:xfrm rot="19193406">
            <a:off x="9219754" y="7303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CP</a:t>
            </a: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BB845687-5232-CA01-AD86-68A99EF0A904}"/>
              </a:ext>
            </a:extLst>
          </p:cNvPr>
          <p:cNvCxnSpPr>
            <a:cxnSpLocks/>
          </p:cNvCxnSpPr>
          <p:nvPr/>
        </p:nvCxnSpPr>
        <p:spPr>
          <a:xfrm flipV="1">
            <a:off x="9867443" y="6309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D034C8B6-6B78-C9EC-E638-49FB9686EFEE}"/>
              </a:ext>
            </a:extLst>
          </p:cNvPr>
          <p:cNvSpPr txBox="1"/>
          <p:nvPr/>
        </p:nvSpPr>
        <p:spPr>
          <a:xfrm rot="19193406">
            <a:off x="9612294" y="8689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ciutat</a:t>
            </a:r>
            <a:endParaRPr lang="es-ES" sz="11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63508854-9DF3-38AA-D250-F599829EEEF1}"/>
              </a:ext>
            </a:extLst>
          </p:cNvPr>
          <p:cNvSpPr txBox="1"/>
          <p:nvPr/>
        </p:nvSpPr>
        <p:spPr>
          <a:xfrm>
            <a:off x="549932" y="46382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33CF4DED-5A60-828E-24A7-E932189B3D5F}"/>
              </a:ext>
            </a:extLst>
          </p:cNvPr>
          <p:cNvSpPr txBox="1"/>
          <p:nvPr/>
        </p:nvSpPr>
        <p:spPr>
          <a:xfrm rot="19193406">
            <a:off x="621269" y="5270662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BC6AA085-419F-B551-D2BC-5248D0DF08A8}"/>
              </a:ext>
            </a:extLst>
          </p:cNvPr>
          <p:cNvCxnSpPr>
            <a:cxnSpLocks/>
          </p:cNvCxnSpPr>
          <p:nvPr/>
        </p:nvCxnSpPr>
        <p:spPr>
          <a:xfrm flipV="1">
            <a:off x="2484059" y="3558397"/>
            <a:ext cx="199127" cy="18321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86EE99EA-D192-6D20-3487-06D77C7B480A}"/>
              </a:ext>
            </a:extLst>
          </p:cNvPr>
          <p:cNvSpPr txBox="1"/>
          <p:nvPr/>
        </p:nvSpPr>
        <p:spPr>
          <a:xfrm rot="19193406">
            <a:off x="2556681" y="304892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existències</a:t>
            </a:r>
            <a:endParaRPr lang="es-ES" sz="1100" dirty="0"/>
          </a:p>
        </p:txBody>
      </p: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8D2DABD5-0F0F-AF34-7240-F7A17A9226DC}"/>
              </a:ext>
            </a:extLst>
          </p:cNvPr>
          <p:cNvCxnSpPr>
            <a:cxnSpLocks/>
          </p:cNvCxnSpPr>
          <p:nvPr/>
        </p:nvCxnSpPr>
        <p:spPr>
          <a:xfrm flipH="1">
            <a:off x="965446" y="283109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2739FABB-CA9C-9A32-B30F-FFCD0B2F2110}"/>
              </a:ext>
            </a:extLst>
          </p:cNvPr>
          <p:cNvSpPr txBox="1"/>
          <p:nvPr/>
        </p:nvSpPr>
        <p:spPr>
          <a:xfrm>
            <a:off x="646730" y="270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420D93C3-B171-5F72-3DCF-422871F005B3}"/>
              </a:ext>
            </a:extLst>
          </p:cNvPr>
          <p:cNvCxnSpPr>
            <a:cxnSpLocks/>
          </p:cNvCxnSpPr>
          <p:nvPr/>
        </p:nvCxnSpPr>
        <p:spPr>
          <a:xfrm flipV="1">
            <a:off x="1333500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11C4E66D-1F86-BC32-3D81-60BA7060E6F6}"/>
              </a:ext>
            </a:extLst>
          </p:cNvPr>
          <p:cNvCxnSpPr>
            <a:cxnSpLocks/>
          </p:cNvCxnSpPr>
          <p:nvPr/>
        </p:nvCxnSpPr>
        <p:spPr>
          <a:xfrm flipV="1">
            <a:off x="1823407" y="24101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1D5F7235-355D-9840-9757-D43B216C704A}"/>
              </a:ext>
            </a:extLst>
          </p:cNvPr>
          <p:cNvSpPr txBox="1"/>
          <p:nvPr/>
        </p:nvSpPr>
        <p:spPr>
          <a:xfrm rot="19193406">
            <a:off x="1045381" y="19564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1A8517C0-C6A7-59B2-0E5B-08229A8F9484}"/>
              </a:ext>
            </a:extLst>
          </p:cNvPr>
          <p:cNvSpPr txBox="1"/>
          <p:nvPr/>
        </p:nvSpPr>
        <p:spPr>
          <a:xfrm rot="19193406">
            <a:off x="1494057" y="197226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DA48D2A5-2F60-D08D-5B27-4AC61E4DEAFB}"/>
              </a:ext>
            </a:extLst>
          </p:cNvPr>
          <p:cNvCxnSpPr>
            <a:cxnSpLocks/>
          </p:cNvCxnSpPr>
          <p:nvPr/>
        </p:nvCxnSpPr>
        <p:spPr>
          <a:xfrm flipV="1">
            <a:off x="2269754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388CD31C-98FD-49B1-24E8-552ECB07C09A}"/>
              </a:ext>
            </a:extLst>
          </p:cNvPr>
          <p:cNvSpPr txBox="1"/>
          <p:nvPr/>
        </p:nvSpPr>
        <p:spPr>
          <a:xfrm rot="19193406">
            <a:off x="1988200" y="197688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</a:t>
            </a:r>
            <a:endParaRPr lang="es-ES" sz="1100" dirty="0"/>
          </a:p>
        </p:txBody>
      </p: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F9927944-E95C-07D1-C0B0-E537D28064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9867443" y="124724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24FB9CA2-6C88-346E-1701-A449C14F2748}"/>
              </a:ext>
            </a:extLst>
          </p:cNvPr>
          <p:cNvSpPr txBox="1"/>
          <p:nvPr/>
        </p:nvSpPr>
        <p:spPr>
          <a:xfrm>
            <a:off x="10200996" y="1095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ID:direcció</a:t>
            </a:r>
            <a:endParaRPr lang="es-ES" sz="1100" dirty="0"/>
          </a:p>
        </p:txBody>
      </p:sp>
      <p:cxnSp>
        <p:nvCxnSpPr>
          <p:cNvPr id="128" name="Conector recto de flecha 127">
            <a:extLst>
              <a:ext uri="{FF2B5EF4-FFF2-40B4-BE49-F238E27FC236}">
                <a16:creationId xmlns:a16="http://schemas.microsoft.com/office/drawing/2014/main" id="{5A312737-3B5A-05C2-44DB-8DBB9A98D117}"/>
              </a:ext>
            </a:extLst>
          </p:cNvPr>
          <p:cNvCxnSpPr>
            <a:cxnSpLocks/>
          </p:cNvCxnSpPr>
          <p:nvPr/>
        </p:nvCxnSpPr>
        <p:spPr>
          <a:xfrm flipV="1">
            <a:off x="5151795" y="262039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D1DB9AB7-C561-E241-F395-D65955AEEB92}"/>
              </a:ext>
            </a:extLst>
          </p:cNvPr>
          <p:cNvSpPr txBox="1"/>
          <p:nvPr/>
        </p:nvSpPr>
        <p:spPr>
          <a:xfrm rot="19193406">
            <a:off x="4833800" y="2245809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Id_direcció</a:t>
            </a:r>
            <a:endParaRPr lang="es-ES" sz="8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2CC4108D-58D7-4D16-2F6B-D357D90A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9711" y="5194548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3196C921-E2AC-D387-915B-2B6EEB51BF2F}"/>
              </a:ext>
            </a:extLst>
          </p:cNvPr>
          <p:cNvSpPr txBox="1"/>
          <p:nvPr/>
        </p:nvSpPr>
        <p:spPr>
          <a:xfrm rot="19193406">
            <a:off x="5512979" y="5490543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Id_article</a:t>
            </a:r>
            <a:endParaRPr lang="es-ES" sz="1100" dirty="0"/>
          </a:p>
        </p:txBody>
      </p:sp>
      <p:cxnSp>
        <p:nvCxnSpPr>
          <p:cNvPr id="134" name="Conector recto de flecha 133">
            <a:extLst>
              <a:ext uri="{FF2B5EF4-FFF2-40B4-BE49-F238E27FC236}">
                <a16:creationId xmlns:a16="http://schemas.microsoft.com/office/drawing/2014/main" id="{65D23157-7285-E071-BD1E-180A058F195F}"/>
              </a:ext>
            </a:extLst>
          </p:cNvPr>
          <p:cNvCxnSpPr>
            <a:cxnSpLocks/>
          </p:cNvCxnSpPr>
          <p:nvPr/>
        </p:nvCxnSpPr>
        <p:spPr>
          <a:xfrm flipV="1">
            <a:off x="5359612" y="26250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F3F2BEE7-4BE5-5BBE-D69A-BBBAA99957EF}"/>
              </a:ext>
            </a:extLst>
          </p:cNvPr>
          <p:cNvSpPr txBox="1"/>
          <p:nvPr/>
        </p:nvSpPr>
        <p:spPr>
          <a:xfrm rot="19193406">
            <a:off x="5041617" y="2250428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Data_hora</a:t>
            </a:r>
            <a:endParaRPr lang="es-ES" sz="800" dirty="0"/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2D10CCA-99C8-1489-C2A5-C22E824CAC63}"/>
              </a:ext>
            </a:extLst>
          </p:cNvPr>
          <p:cNvCxnSpPr>
            <a:cxnSpLocks/>
          </p:cNvCxnSpPr>
          <p:nvPr/>
        </p:nvCxnSpPr>
        <p:spPr>
          <a:xfrm flipH="1">
            <a:off x="4783887" y="2986307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9F2D30F-5276-DBA4-3FA0-EE9E8F88B461}"/>
              </a:ext>
            </a:extLst>
          </p:cNvPr>
          <p:cNvSpPr txBox="1"/>
          <p:nvPr/>
        </p:nvSpPr>
        <p:spPr>
          <a:xfrm>
            <a:off x="3835787" y="2838295"/>
            <a:ext cx="11401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ID_comanda</a:t>
            </a:r>
            <a:endParaRPr lang="es-ES" sz="11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DB81AA6-7261-0D34-98C3-D9B38ACE5424}"/>
              </a:ext>
            </a:extLst>
          </p:cNvPr>
          <p:cNvCxnSpPr>
            <a:cxnSpLocks/>
          </p:cNvCxnSpPr>
          <p:nvPr/>
        </p:nvCxnSpPr>
        <p:spPr>
          <a:xfrm flipV="1">
            <a:off x="4960419" y="26337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4C51B24-0346-0E9A-DBDF-6775DF63A350}"/>
              </a:ext>
            </a:extLst>
          </p:cNvPr>
          <p:cNvSpPr txBox="1"/>
          <p:nvPr/>
        </p:nvSpPr>
        <p:spPr>
          <a:xfrm rot="19193406">
            <a:off x="4642424" y="2259163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Id_client</a:t>
            </a:r>
            <a:endParaRPr lang="es-ES" sz="800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B6350EF-9A00-0117-2037-4D587D8B9254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21540" y="52018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873BF4F-C1DB-A20D-2B10-5C663D2AC08C}"/>
              </a:ext>
            </a:extLst>
          </p:cNvPr>
          <p:cNvSpPr txBox="1"/>
          <p:nvPr/>
        </p:nvSpPr>
        <p:spPr>
          <a:xfrm rot="19193406">
            <a:off x="5084808" y="5497801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Id_comanda</a:t>
            </a:r>
            <a:endParaRPr lang="es-ES" sz="1100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11D621A-8A21-26B3-142B-DDD891EC3A6F}"/>
              </a:ext>
            </a:extLst>
          </p:cNvPr>
          <p:cNvCxnSpPr>
            <a:cxnSpLocks/>
          </p:cNvCxnSpPr>
          <p:nvPr/>
        </p:nvCxnSpPr>
        <p:spPr>
          <a:xfrm rot="10800000" flipH="1">
            <a:off x="6449332" y="476696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B0024E7-0489-C768-272D-B529FB5C46EB}"/>
              </a:ext>
            </a:extLst>
          </p:cNvPr>
          <p:cNvSpPr txBox="1"/>
          <p:nvPr/>
        </p:nvSpPr>
        <p:spPr>
          <a:xfrm>
            <a:off x="6782885" y="46156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ID_cos_comanda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86702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60187" y="2769081"/>
            <a:ext cx="131984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COMANDA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2FA7382-58FB-101C-6436-5BF955BF2171}"/>
              </a:ext>
            </a:extLst>
          </p:cNvPr>
          <p:cNvSpPr/>
          <p:nvPr/>
        </p:nvSpPr>
        <p:spPr>
          <a:xfrm>
            <a:off x="8367632" y="884561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DIRECCIÓ </a:t>
            </a:r>
            <a:br>
              <a:rPr lang="es-ES" dirty="0"/>
            </a:br>
            <a:r>
              <a:rPr lang="es-ES" dirty="0" err="1"/>
              <a:t>enviament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65400B-21CF-011D-1AE3-3EA6576069D1}"/>
              </a:ext>
            </a:extLst>
          </p:cNvPr>
          <p:cNvSpPr/>
          <p:nvPr/>
        </p:nvSpPr>
        <p:spPr>
          <a:xfrm>
            <a:off x="1242208" y="4592849"/>
            <a:ext cx="1224951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ARTICLE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403A333-4764-6421-64B5-D9D52F732C1A}"/>
              </a:ext>
            </a:extLst>
          </p:cNvPr>
          <p:cNvSpPr/>
          <p:nvPr/>
        </p:nvSpPr>
        <p:spPr>
          <a:xfrm>
            <a:off x="1299000" y="2670418"/>
            <a:ext cx="111136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Fàbrica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</a:t>
            </a:r>
            <a:br>
              <a:rPr lang="es-ES" dirty="0"/>
            </a:br>
            <a:r>
              <a:rPr lang="es-ES" dirty="0"/>
              <a:t>comanda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0" cy="470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573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té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617232" y="3140016"/>
            <a:ext cx="2877" cy="3040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6172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mbo 33">
            <a:extLst>
              <a:ext uri="{FF2B5EF4-FFF2-40B4-BE49-F238E27FC236}">
                <a16:creationId xmlns:a16="http://schemas.microsoft.com/office/drawing/2014/main" id="{14CBC138-30D3-5E64-88EE-06B5C6453D5C}"/>
              </a:ext>
            </a:extLst>
          </p:cNvPr>
          <p:cNvSpPr/>
          <p:nvPr/>
        </p:nvSpPr>
        <p:spPr>
          <a:xfrm>
            <a:off x="2905663" y="4475673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 err="1"/>
              <a:t>apareix</a:t>
            </a:r>
            <a:endParaRPr lang="es-ES" sz="1100" dirty="0"/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12B4049E-00BE-715F-CB53-4FA4F2D55298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 flipV="1">
            <a:off x="2467159" y="4778316"/>
            <a:ext cx="43850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37548EF5-EFDA-6933-97E5-D34EFA219443}"/>
              </a:ext>
            </a:extLst>
          </p:cNvPr>
          <p:cNvCxnSpPr>
            <a:cxnSpLocks/>
            <a:stCxn id="34" idx="3"/>
            <a:endCxn id="9" idx="1"/>
          </p:cNvCxnSpPr>
          <p:nvPr/>
        </p:nvCxnSpPr>
        <p:spPr>
          <a:xfrm>
            <a:off x="4225506" y="4778316"/>
            <a:ext cx="559277" cy="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mbo 38">
            <a:extLst>
              <a:ext uri="{FF2B5EF4-FFF2-40B4-BE49-F238E27FC236}">
                <a16:creationId xmlns:a16="http://schemas.microsoft.com/office/drawing/2014/main" id="{398FB2B5-A252-B5D3-8843-304267AAE2B9}"/>
              </a:ext>
            </a:extLst>
          </p:cNvPr>
          <p:cNvSpPr/>
          <p:nvPr/>
        </p:nvSpPr>
        <p:spPr>
          <a:xfrm>
            <a:off x="1090888" y="3558398"/>
            <a:ext cx="1527589" cy="49098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/>
              <a:t>distribueix</a:t>
            </a:r>
            <a:endParaRPr lang="es-ES" sz="1000" dirty="0"/>
          </a:p>
        </p:txBody>
      </p:sp>
      <p:sp>
        <p:nvSpPr>
          <p:cNvPr id="40" name="Rombo 39">
            <a:extLst>
              <a:ext uri="{FF2B5EF4-FFF2-40B4-BE49-F238E27FC236}">
                <a16:creationId xmlns:a16="http://schemas.microsoft.com/office/drawing/2014/main" id="{80ADEBD9-71CA-D091-772D-DC8C9B7289CB}"/>
              </a:ext>
            </a:extLst>
          </p:cNvPr>
          <p:cNvSpPr/>
          <p:nvPr/>
        </p:nvSpPr>
        <p:spPr>
          <a:xfrm>
            <a:off x="6571893" y="86012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té</a:t>
            </a:r>
          </a:p>
        </p:txBody>
      </p: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7C197D0A-6C5C-BC3B-FD0A-231FA0C2B508}"/>
              </a:ext>
            </a:extLst>
          </p:cNvPr>
          <p:cNvCxnSpPr>
            <a:stCxn id="4" idx="3"/>
            <a:endCxn id="40" idx="1"/>
          </p:cNvCxnSpPr>
          <p:nvPr/>
        </p:nvCxnSpPr>
        <p:spPr>
          <a:xfrm flipV="1">
            <a:off x="6095997" y="1162764"/>
            <a:ext cx="475896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5D4C6F6-6B07-50FE-C7E1-308B711A60F9}"/>
              </a:ext>
            </a:extLst>
          </p:cNvPr>
          <p:cNvCxnSpPr>
            <a:stCxn id="40" idx="3"/>
            <a:endCxn id="6" idx="1"/>
          </p:cNvCxnSpPr>
          <p:nvPr/>
        </p:nvCxnSpPr>
        <p:spPr>
          <a:xfrm>
            <a:off x="7891736" y="1162764"/>
            <a:ext cx="475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457B5758-688E-C532-782F-A89C4254EB5E}"/>
              </a:ext>
            </a:extLst>
          </p:cNvPr>
          <p:cNvCxnSpPr>
            <a:stCxn id="8" idx="2"/>
            <a:endCxn id="39" idx="0"/>
          </p:cNvCxnSpPr>
          <p:nvPr/>
        </p:nvCxnSpPr>
        <p:spPr>
          <a:xfrm rot="16200000" flipH="1">
            <a:off x="1596160" y="3299874"/>
            <a:ext cx="517045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ADD4CEBC-61C6-F1C7-C851-96F5F0D414AB}"/>
              </a:ext>
            </a:extLst>
          </p:cNvPr>
          <p:cNvCxnSpPr>
            <a:stCxn id="39" idx="2"/>
            <a:endCxn id="7" idx="0"/>
          </p:cNvCxnSpPr>
          <p:nvPr/>
        </p:nvCxnSpPr>
        <p:spPr>
          <a:xfrm rot="16200000" flipH="1">
            <a:off x="1582952" y="4321116"/>
            <a:ext cx="543463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S’envia</a:t>
            </a:r>
            <a:endParaRPr lang="es-ES" sz="1200" dirty="0"/>
          </a:p>
        </p:txBody>
      </p: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EA1E635D-4509-F556-3B4C-4BF85F6E7DB2}"/>
              </a:ext>
            </a:extLst>
          </p:cNvPr>
          <p:cNvCxnSpPr>
            <a:stCxn id="5" idx="3"/>
            <a:endCxn id="54" idx="1"/>
          </p:cNvCxnSpPr>
          <p:nvPr/>
        </p:nvCxnSpPr>
        <p:spPr>
          <a:xfrm flipV="1">
            <a:off x="6280030" y="2954548"/>
            <a:ext cx="95178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F096B372-E4E3-A6A2-F7E0-55F74EB59885}"/>
              </a:ext>
            </a:extLst>
          </p:cNvPr>
          <p:cNvCxnSpPr>
            <a:stCxn id="54" idx="3"/>
            <a:endCxn id="6" idx="2"/>
          </p:cNvCxnSpPr>
          <p:nvPr/>
        </p:nvCxnSpPr>
        <p:spPr>
          <a:xfrm flipV="1">
            <a:off x="8551657" y="1440966"/>
            <a:ext cx="572222" cy="151358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1155BBA-C1B1-8E9B-142D-E82C4EFF3963}"/>
              </a:ext>
            </a:extLst>
          </p:cNvPr>
          <p:cNvSpPr txBox="1"/>
          <p:nvPr/>
        </p:nvSpPr>
        <p:spPr>
          <a:xfrm>
            <a:off x="7829913" y="8673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A59ECD3-DB8A-8743-B65F-6FF1562E0AEE}"/>
              </a:ext>
            </a:extLst>
          </p:cNvPr>
          <p:cNvSpPr txBox="1"/>
          <p:nvPr/>
        </p:nvSpPr>
        <p:spPr>
          <a:xfrm>
            <a:off x="6069403" y="8673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1815BF1-1F3B-B42B-3151-1FB56C740423}"/>
              </a:ext>
            </a:extLst>
          </p:cNvPr>
          <p:cNvSpPr txBox="1"/>
          <p:nvPr/>
        </p:nvSpPr>
        <p:spPr>
          <a:xfrm>
            <a:off x="6953611" y="57138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6ADCE2B-CBE6-6CE9-1714-AD2D859C2C91}"/>
              </a:ext>
            </a:extLst>
          </p:cNvPr>
          <p:cNvSpPr txBox="1"/>
          <p:nvPr/>
        </p:nvSpPr>
        <p:spPr>
          <a:xfrm>
            <a:off x="9096558" y="173865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503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503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735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52D9740-61CD-A978-6751-96DF2E857D62}"/>
              </a:ext>
            </a:extLst>
          </p:cNvPr>
          <p:cNvSpPr txBox="1"/>
          <p:nvPr/>
        </p:nvSpPr>
        <p:spPr>
          <a:xfrm>
            <a:off x="2422586" y="450457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698E118-6DC7-263D-4022-E82680F7F05F}"/>
              </a:ext>
            </a:extLst>
          </p:cNvPr>
          <p:cNvSpPr txBox="1"/>
          <p:nvPr/>
        </p:nvSpPr>
        <p:spPr>
          <a:xfrm>
            <a:off x="4268636" y="449505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DF108DD-2D76-D286-03E2-E3E77ED6C586}"/>
              </a:ext>
            </a:extLst>
          </p:cNvPr>
          <p:cNvSpPr txBox="1"/>
          <p:nvPr/>
        </p:nvSpPr>
        <p:spPr>
          <a:xfrm>
            <a:off x="1823408" y="315788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4011716-8653-9E0E-AECD-517F8B8AB5C4}"/>
              </a:ext>
            </a:extLst>
          </p:cNvPr>
          <p:cNvSpPr txBox="1"/>
          <p:nvPr/>
        </p:nvSpPr>
        <p:spPr>
          <a:xfrm>
            <a:off x="1823407" y="4148201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D60E7C9-F433-DF70-614A-DFEE8257CF6A}"/>
              </a:ext>
            </a:extLst>
          </p:cNvPr>
          <p:cNvSpPr txBox="1"/>
          <p:nvPr/>
        </p:nvSpPr>
        <p:spPr>
          <a:xfrm>
            <a:off x="2683186" y="3650003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571AA91-9E69-DB8F-3053-3F0978353885}"/>
              </a:ext>
            </a:extLst>
          </p:cNvPr>
          <p:cNvSpPr txBox="1"/>
          <p:nvPr/>
        </p:nvSpPr>
        <p:spPr>
          <a:xfrm>
            <a:off x="3306929" y="419493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27859435-99A4-F766-DA97-609069672E7E}"/>
              </a:ext>
            </a:extLst>
          </p:cNvPr>
          <p:cNvCxnSpPr>
            <a:cxnSpLocks/>
          </p:cNvCxnSpPr>
          <p:nvPr/>
        </p:nvCxnSpPr>
        <p:spPr>
          <a:xfrm flipH="1">
            <a:off x="4804910" y="116276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EA44FA40-AE3C-FD03-CA60-3FEE0BA97178}"/>
              </a:ext>
            </a:extLst>
          </p:cNvPr>
          <p:cNvCxnSpPr>
            <a:cxnSpLocks/>
          </p:cNvCxnSpPr>
          <p:nvPr/>
        </p:nvCxnSpPr>
        <p:spPr>
          <a:xfrm flipV="1">
            <a:off x="8386431" y="6299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99553E78-1FB7-8A20-1DF3-124D70B6D752}"/>
              </a:ext>
            </a:extLst>
          </p:cNvPr>
          <p:cNvCxnSpPr>
            <a:cxnSpLocks/>
          </p:cNvCxnSpPr>
          <p:nvPr/>
        </p:nvCxnSpPr>
        <p:spPr>
          <a:xfrm flipV="1">
            <a:off x="8982775" y="63734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F729F2B7-DF43-BB6E-8D09-055895C39553}"/>
              </a:ext>
            </a:extLst>
          </p:cNvPr>
          <p:cNvCxnSpPr>
            <a:cxnSpLocks/>
          </p:cNvCxnSpPr>
          <p:nvPr/>
        </p:nvCxnSpPr>
        <p:spPr>
          <a:xfrm flipV="1">
            <a:off x="9502608" y="63554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7B40834B-D255-D63D-F975-F8E1D566FDC2}"/>
              </a:ext>
            </a:extLst>
          </p:cNvPr>
          <p:cNvCxnSpPr>
            <a:cxnSpLocks/>
          </p:cNvCxnSpPr>
          <p:nvPr/>
        </p:nvCxnSpPr>
        <p:spPr>
          <a:xfrm flipH="1">
            <a:off x="908654" y="478191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D9F694C4-9446-7B9E-3B37-BBA98D04C5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21560" y="494529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saldo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35122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crèdit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686842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4465602" y="103051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BA49A927-CC2C-91D3-6E78-03A07FAFC0DA}"/>
              </a:ext>
            </a:extLst>
          </p:cNvPr>
          <p:cNvSpPr txBox="1"/>
          <p:nvPr/>
        </p:nvSpPr>
        <p:spPr>
          <a:xfrm rot="19193406">
            <a:off x="8213788" y="22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carrer</a:t>
            </a:r>
            <a:endParaRPr lang="es-ES" sz="1100" dirty="0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7529D9B8-3E2B-EE2E-F035-9A7F4532A0F0}"/>
              </a:ext>
            </a:extLst>
          </p:cNvPr>
          <p:cNvSpPr txBox="1"/>
          <p:nvPr/>
        </p:nvSpPr>
        <p:spPr>
          <a:xfrm rot="19193406">
            <a:off x="8662464" y="2360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número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90F6E408-3EE7-9D15-E0BF-94150A096AB0}"/>
              </a:ext>
            </a:extLst>
          </p:cNvPr>
          <p:cNvSpPr txBox="1"/>
          <p:nvPr/>
        </p:nvSpPr>
        <p:spPr>
          <a:xfrm rot="19193406">
            <a:off x="9219754" y="7303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CP</a:t>
            </a: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BB845687-5232-CA01-AD86-68A99EF0A904}"/>
              </a:ext>
            </a:extLst>
          </p:cNvPr>
          <p:cNvCxnSpPr>
            <a:cxnSpLocks/>
          </p:cNvCxnSpPr>
          <p:nvPr/>
        </p:nvCxnSpPr>
        <p:spPr>
          <a:xfrm flipV="1">
            <a:off x="9867443" y="6309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D034C8B6-6B78-C9EC-E638-49FB9686EFEE}"/>
              </a:ext>
            </a:extLst>
          </p:cNvPr>
          <p:cNvSpPr txBox="1"/>
          <p:nvPr/>
        </p:nvSpPr>
        <p:spPr>
          <a:xfrm rot="19193406">
            <a:off x="9612294" y="8689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ciutat</a:t>
            </a:r>
            <a:endParaRPr lang="es-ES" sz="11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63508854-9DF3-38AA-D250-F599829EEEF1}"/>
              </a:ext>
            </a:extLst>
          </p:cNvPr>
          <p:cNvSpPr txBox="1"/>
          <p:nvPr/>
        </p:nvSpPr>
        <p:spPr>
          <a:xfrm>
            <a:off x="549932" y="46382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33CF4DED-5A60-828E-24A7-E932189B3D5F}"/>
              </a:ext>
            </a:extLst>
          </p:cNvPr>
          <p:cNvSpPr txBox="1"/>
          <p:nvPr/>
        </p:nvSpPr>
        <p:spPr>
          <a:xfrm rot="19193406">
            <a:off x="621269" y="5270662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BC6AA085-419F-B551-D2BC-5248D0DF08A8}"/>
              </a:ext>
            </a:extLst>
          </p:cNvPr>
          <p:cNvCxnSpPr>
            <a:cxnSpLocks/>
          </p:cNvCxnSpPr>
          <p:nvPr/>
        </p:nvCxnSpPr>
        <p:spPr>
          <a:xfrm flipV="1">
            <a:off x="2484059" y="3558397"/>
            <a:ext cx="199127" cy="18321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86EE99EA-D192-6D20-3487-06D77C7B480A}"/>
              </a:ext>
            </a:extLst>
          </p:cNvPr>
          <p:cNvSpPr txBox="1"/>
          <p:nvPr/>
        </p:nvSpPr>
        <p:spPr>
          <a:xfrm rot="19193406">
            <a:off x="2556681" y="304892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existències</a:t>
            </a:r>
            <a:endParaRPr lang="es-ES" sz="1100" dirty="0"/>
          </a:p>
        </p:txBody>
      </p: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8D2DABD5-0F0F-AF34-7240-F7A17A9226DC}"/>
              </a:ext>
            </a:extLst>
          </p:cNvPr>
          <p:cNvCxnSpPr>
            <a:cxnSpLocks/>
          </p:cNvCxnSpPr>
          <p:nvPr/>
        </p:nvCxnSpPr>
        <p:spPr>
          <a:xfrm flipH="1">
            <a:off x="965446" y="283109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2739FABB-CA9C-9A32-B30F-FFCD0B2F2110}"/>
              </a:ext>
            </a:extLst>
          </p:cNvPr>
          <p:cNvSpPr txBox="1"/>
          <p:nvPr/>
        </p:nvSpPr>
        <p:spPr>
          <a:xfrm>
            <a:off x="646730" y="270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420D93C3-B171-5F72-3DCF-422871F005B3}"/>
              </a:ext>
            </a:extLst>
          </p:cNvPr>
          <p:cNvCxnSpPr>
            <a:cxnSpLocks/>
          </p:cNvCxnSpPr>
          <p:nvPr/>
        </p:nvCxnSpPr>
        <p:spPr>
          <a:xfrm flipV="1">
            <a:off x="1333500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11C4E66D-1F86-BC32-3D81-60BA7060E6F6}"/>
              </a:ext>
            </a:extLst>
          </p:cNvPr>
          <p:cNvCxnSpPr>
            <a:cxnSpLocks/>
          </p:cNvCxnSpPr>
          <p:nvPr/>
        </p:nvCxnSpPr>
        <p:spPr>
          <a:xfrm flipV="1">
            <a:off x="1823407" y="24101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1D5F7235-355D-9840-9757-D43B216C704A}"/>
              </a:ext>
            </a:extLst>
          </p:cNvPr>
          <p:cNvSpPr txBox="1"/>
          <p:nvPr/>
        </p:nvSpPr>
        <p:spPr>
          <a:xfrm rot="19193406">
            <a:off x="1045381" y="19564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1A8517C0-C6A7-59B2-0E5B-08229A8F9484}"/>
              </a:ext>
            </a:extLst>
          </p:cNvPr>
          <p:cNvSpPr txBox="1"/>
          <p:nvPr/>
        </p:nvSpPr>
        <p:spPr>
          <a:xfrm rot="19193406">
            <a:off x="1494057" y="197226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DA48D2A5-2F60-D08D-5B27-4AC61E4DEAFB}"/>
              </a:ext>
            </a:extLst>
          </p:cNvPr>
          <p:cNvCxnSpPr>
            <a:cxnSpLocks/>
          </p:cNvCxnSpPr>
          <p:nvPr/>
        </p:nvCxnSpPr>
        <p:spPr>
          <a:xfrm flipV="1">
            <a:off x="2269754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388CD31C-98FD-49B1-24E8-552ECB07C09A}"/>
              </a:ext>
            </a:extLst>
          </p:cNvPr>
          <p:cNvSpPr txBox="1"/>
          <p:nvPr/>
        </p:nvSpPr>
        <p:spPr>
          <a:xfrm rot="19193406">
            <a:off x="1988200" y="197688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</a:t>
            </a:r>
            <a:endParaRPr lang="es-ES" sz="1100" dirty="0"/>
          </a:p>
        </p:txBody>
      </p: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F9927944-E95C-07D1-C0B0-E537D28064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9867443" y="124724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24FB9CA2-6C88-346E-1701-A449C14F2748}"/>
              </a:ext>
            </a:extLst>
          </p:cNvPr>
          <p:cNvSpPr txBox="1"/>
          <p:nvPr/>
        </p:nvSpPr>
        <p:spPr>
          <a:xfrm>
            <a:off x="10200996" y="1095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ID_direcció</a:t>
            </a:r>
            <a:endParaRPr lang="es-ES" sz="11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cxnSp>
        <p:nvCxnSpPr>
          <p:cNvPr id="134" name="Conector recto de flecha 133">
            <a:extLst>
              <a:ext uri="{FF2B5EF4-FFF2-40B4-BE49-F238E27FC236}">
                <a16:creationId xmlns:a16="http://schemas.microsoft.com/office/drawing/2014/main" id="{65D23157-7285-E071-BD1E-180A058F195F}"/>
              </a:ext>
            </a:extLst>
          </p:cNvPr>
          <p:cNvCxnSpPr>
            <a:cxnSpLocks/>
          </p:cNvCxnSpPr>
          <p:nvPr/>
        </p:nvCxnSpPr>
        <p:spPr>
          <a:xfrm flipV="1">
            <a:off x="5359612" y="26250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F3F2BEE7-4BE5-5BBE-D69A-BBBAA99957EF}"/>
              </a:ext>
            </a:extLst>
          </p:cNvPr>
          <p:cNvSpPr txBox="1"/>
          <p:nvPr/>
        </p:nvSpPr>
        <p:spPr>
          <a:xfrm rot="19193406">
            <a:off x="5041617" y="2250428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Data_hora</a:t>
            </a:r>
            <a:endParaRPr lang="es-ES" sz="800" dirty="0"/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2D10CCA-99C8-1489-C2A5-C22E824CAC63}"/>
              </a:ext>
            </a:extLst>
          </p:cNvPr>
          <p:cNvCxnSpPr>
            <a:cxnSpLocks/>
          </p:cNvCxnSpPr>
          <p:nvPr/>
        </p:nvCxnSpPr>
        <p:spPr>
          <a:xfrm flipH="1">
            <a:off x="4783887" y="2986307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9F2D30F-5276-DBA4-3FA0-EE9E8F88B461}"/>
              </a:ext>
            </a:extLst>
          </p:cNvPr>
          <p:cNvSpPr txBox="1"/>
          <p:nvPr/>
        </p:nvSpPr>
        <p:spPr>
          <a:xfrm>
            <a:off x="3835787" y="2838295"/>
            <a:ext cx="11401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ID_comanda</a:t>
            </a:r>
            <a:endParaRPr lang="es-ES" sz="1100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11D621A-8A21-26B3-142B-DDD891EC3A6F}"/>
              </a:ext>
            </a:extLst>
          </p:cNvPr>
          <p:cNvCxnSpPr>
            <a:cxnSpLocks/>
          </p:cNvCxnSpPr>
          <p:nvPr/>
        </p:nvCxnSpPr>
        <p:spPr>
          <a:xfrm rot="10800000" flipH="1">
            <a:off x="6449332" y="476696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B0024E7-0489-C768-272D-B529FB5C46EB}"/>
              </a:ext>
            </a:extLst>
          </p:cNvPr>
          <p:cNvSpPr txBox="1"/>
          <p:nvPr/>
        </p:nvSpPr>
        <p:spPr>
          <a:xfrm>
            <a:off x="6782885" y="46156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ID_cos_comanda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03593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17A7AC-BADD-A42D-FB81-FD6FAC35B1D2}"/>
              </a:ext>
            </a:extLst>
          </p:cNvPr>
          <p:cNvSpPr txBox="1"/>
          <p:nvPr/>
        </p:nvSpPr>
        <p:spPr>
          <a:xfrm>
            <a:off x="612474" y="923026"/>
            <a:ext cx="53153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CLIENT</a:t>
            </a:r>
            <a:r>
              <a:rPr lang="es-ES" dirty="0"/>
              <a:t> (</a:t>
            </a:r>
            <a:r>
              <a:rPr lang="es-ES" u="sng" dirty="0"/>
              <a:t>ID_CLIENT</a:t>
            </a:r>
            <a:r>
              <a:rPr lang="es-ES" dirty="0"/>
              <a:t>, saldo, </a:t>
            </a:r>
            <a:r>
              <a:rPr lang="es-ES" dirty="0" err="1"/>
              <a:t>crèdit</a:t>
            </a:r>
            <a:r>
              <a:rPr lang="es-ES" dirty="0"/>
              <a:t>, </a:t>
            </a:r>
            <a:r>
              <a:rPr lang="es-ES" dirty="0" err="1"/>
              <a:t>descompte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DIRECCIÓ</a:t>
            </a:r>
            <a:r>
              <a:rPr lang="es-ES" dirty="0"/>
              <a:t> (</a:t>
            </a:r>
            <a:r>
              <a:rPr lang="es-ES" u="sng" dirty="0" err="1"/>
              <a:t>ID_dirección</a:t>
            </a:r>
            <a:r>
              <a:rPr lang="es-ES" dirty="0"/>
              <a:t>, calle, número, </a:t>
            </a:r>
            <a:r>
              <a:rPr lang="es-ES" dirty="0" err="1"/>
              <a:t>ciutat,CP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CLIENT_DIRECCIÓ </a:t>
            </a:r>
            <a:r>
              <a:rPr lang="es-ES" dirty="0"/>
              <a:t>(</a:t>
            </a:r>
            <a:r>
              <a:rPr lang="es-ES" u="sng" dirty="0"/>
              <a:t>ID_CLIENT + </a:t>
            </a:r>
            <a:r>
              <a:rPr lang="es-ES" u="sng" dirty="0" err="1"/>
              <a:t>ID_dirección</a:t>
            </a:r>
            <a:r>
              <a:rPr lang="es-ES" u="sng" dirty="0"/>
              <a:t>)</a:t>
            </a:r>
          </a:p>
          <a:p>
            <a:r>
              <a:rPr lang="es-ES" dirty="0"/>
              <a:t>donde</a:t>
            </a:r>
          </a:p>
          <a:p>
            <a:r>
              <a:rPr lang="es-ES" u="sng" dirty="0"/>
              <a:t>{ID_CLIENT} referencia CLIENT</a:t>
            </a:r>
          </a:p>
          <a:p>
            <a:r>
              <a:rPr lang="es-ES" u="sng" dirty="0"/>
              <a:t>{</a:t>
            </a:r>
            <a:r>
              <a:rPr lang="es-ES" u="sng" dirty="0" err="1"/>
              <a:t>ID_direccio</a:t>
            </a:r>
            <a:r>
              <a:rPr lang="es-ES" u="sng" dirty="0"/>
              <a:t>} referencia DIRECCIÓ</a:t>
            </a:r>
          </a:p>
          <a:p>
            <a:r>
              <a:rPr lang="es-ES" dirty="0">
                <a:solidFill>
                  <a:srgbClr val="FF0000"/>
                </a:solidFill>
              </a:rPr>
              <a:t>COMANDA </a:t>
            </a:r>
            <a:r>
              <a:rPr lang="es-ES" dirty="0"/>
              <a:t>(</a:t>
            </a:r>
            <a:r>
              <a:rPr lang="es-ES" u="sng" dirty="0" err="1"/>
              <a:t>ID_comanda</a:t>
            </a:r>
            <a:r>
              <a:rPr lang="es-ES" dirty="0"/>
              <a:t>, </a:t>
            </a:r>
            <a:r>
              <a:rPr lang="es-ES" dirty="0" err="1"/>
              <a:t>ID_client</a:t>
            </a:r>
            <a:r>
              <a:rPr lang="es-ES" dirty="0"/>
              <a:t>, </a:t>
            </a:r>
            <a:r>
              <a:rPr lang="es-ES" dirty="0" err="1"/>
              <a:t>ID_dirección</a:t>
            </a:r>
            <a:r>
              <a:rPr lang="es-ES" dirty="0"/>
              <a:t>, </a:t>
            </a:r>
            <a:r>
              <a:rPr lang="es-ES" dirty="0" err="1"/>
              <a:t>data_hora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ID_client</a:t>
            </a:r>
            <a:r>
              <a:rPr lang="es-ES" dirty="0"/>
              <a:t>} referencia CLIENT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ID_direcció</a:t>
            </a:r>
            <a:r>
              <a:rPr lang="es-ES" dirty="0"/>
              <a:t>} referencia DIRECCIÓ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COS_COMANDA </a:t>
            </a:r>
            <a:r>
              <a:rPr lang="es-ES" dirty="0"/>
              <a:t>(</a:t>
            </a:r>
            <a:r>
              <a:rPr lang="es-ES" u="sng" dirty="0" err="1"/>
              <a:t>ID_cos_comanda</a:t>
            </a:r>
            <a:r>
              <a:rPr lang="es-ES" dirty="0"/>
              <a:t>, </a:t>
            </a:r>
            <a:r>
              <a:rPr lang="es-ES" dirty="0" err="1"/>
              <a:t>ID_comanda</a:t>
            </a:r>
            <a:r>
              <a:rPr lang="es-ES" dirty="0"/>
              <a:t>, </a:t>
            </a:r>
            <a:r>
              <a:rPr lang="es-ES" dirty="0" err="1"/>
              <a:t>ID_article</a:t>
            </a:r>
            <a:r>
              <a:rPr lang="es-ES" dirty="0"/>
              <a:t>, </a:t>
            </a:r>
            <a:r>
              <a:rPr lang="es-ES" dirty="0" err="1"/>
              <a:t>quantitat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ID_article</a:t>
            </a:r>
            <a:r>
              <a:rPr lang="es-ES" dirty="0"/>
              <a:t>} referencia ARTICLE</a:t>
            </a:r>
            <a:br>
              <a:rPr lang="es-ES" dirty="0"/>
            </a:br>
            <a:r>
              <a:rPr lang="es-ES" dirty="0"/>
              <a:t>{ID_ comanda} referencia COMANDA</a:t>
            </a:r>
          </a:p>
          <a:p>
            <a:endParaRPr lang="es-ES" dirty="0"/>
          </a:p>
          <a:p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CF9178-2770-A833-FDFB-0A2D022FB051}"/>
              </a:ext>
            </a:extLst>
          </p:cNvPr>
          <p:cNvSpPr txBox="1"/>
          <p:nvPr/>
        </p:nvSpPr>
        <p:spPr>
          <a:xfrm>
            <a:off x="6672190" y="930286"/>
            <a:ext cx="5315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ARTICLE</a:t>
            </a:r>
            <a:r>
              <a:rPr lang="es-ES" dirty="0"/>
              <a:t> (</a:t>
            </a:r>
            <a:r>
              <a:rPr lang="es-ES" u="sng" dirty="0" err="1"/>
              <a:t>ID_article</a:t>
            </a:r>
            <a:r>
              <a:rPr lang="es-ES" dirty="0"/>
              <a:t>, </a:t>
            </a:r>
            <a:r>
              <a:rPr lang="es-ES" dirty="0" err="1"/>
              <a:t>descripció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ARTICLE_COSCOMANDA</a:t>
            </a:r>
            <a:r>
              <a:rPr lang="es-ES" dirty="0"/>
              <a:t> (</a:t>
            </a:r>
            <a:r>
              <a:rPr lang="es-ES" u="sng" dirty="0" err="1"/>
              <a:t>ID_article</a:t>
            </a:r>
            <a:r>
              <a:rPr lang="es-ES" u="sng" dirty="0"/>
              <a:t> + </a:t>
            </a:r>
            <a:r>
              <a:rPr lang="es-ES" u="sng" dirty="0" err="1"/>
              <a:t>ID_cos_comanda</a:t>
            </a:r>
            <a:r>
              <a:rPr lang="es-ES" u="sng" dirty="0"/>
              <a:t>)</a:t>
            </a:r>
          </a:p>
          <a:p>
            <a:r>
              <a:rPr lang="es-ES" dirty="0"/>
              <a:t>{</a:t>
            </a:r>
            <a:r>
              <a:rPr lang="es-ES" dirty="0" err="1"/>
              <a:t>ID_article</a:t>
            </a:r>
            <a:r>
              <a:rPr lang="es-ES" dirty="0"/>
              <a:t>} referencia ARTICLE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cos_comanda</a:t>
            </a:r>
            <a:r>
              <a:rPr lang="es-ES" dirty="0"/>
              <a:t>} referencia COS_COMANDA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FÀBRICA </a:t>
            </a:r>
            <a:r>
              <a:rPr lang="es-ES" dirty="0"/>
              <a:t>(</a:t>
            </a:r>
            <a:r>
              <a:rPr lang="es-ES" u="sng" dirty="0" err="1"/>
              <a:t>ID_fábrica</a:t>
            </a:r>
            <a:r>
              <a:rPr lang="es-ES" dirty="0"/>
              <a:t>, </a:t>
            </a:r>
            <a:r>
              <a:rPr lang="es-ES" dirty="0" err="1"/>
              <a:t>telèfon</a:t>
            </a:r>
            <a:r>
              <a:rPr lang="es-ES" dirty="0"/>
              <a:t>, </a:t>
            </a:r>
            <a:r>
              <a:rPr lang="es-ES" dirty="0" err="1"/>
              <a:t>tipus</a:t>
            </a:r>
            <a:r>
              <a:rPr lang="es-ES" dirty="0"/>
              <a:t>, </a:t>
            </a:r>
            <a:r>
              <a:rPr lang="es-ES" dirty="0" err="1"/>
              <a:t>nom</a:t>
            </a:r>
            <a:r>
              <a:rPr lang="es-ES" dirty="0"/>
              <a:t>) </a:t>
            </a:r>
            <a:endParaRPr lang="es-ES" dirty="0">
              <a:solidFill>
                <a:srgbClr val="FF000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ARTICLE_FÀBRICA </a:t>
            </a:r>
            <a:r>
              <a:rPr lang="es-ES" dirty="0"/>
              <a:t>(</a:t>
            </a:r>
            <a:r>
              <a:rPr lang="es-ES" u="sng" dirty="0" err="1"/>
              <a:t>ID_article+ID_</a:t>
            </a:r>
            <a:r>
              <a:rPr lang="es-ES" dirty="0" err="1"/>
              <a:t>fábrica</a:t>
            </a:r>
            <a:r>
              <a:rPr lang="es-ES" dirty="0"/>
              <a:t>, </a:t>
            </a:r>
            <a:r>
              <a:rPr lang="es-ES" dirty="0" err="1"/>
              <a:t>existències</a:t>
            </a:r>
            <a:r>
              <a:rPr lang="es-ES" dirty="0"/>
              <a:t>) </a:t>
            </a:r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ID_article</a:t>
            </a:r>
            <a:r>
              <a:rPr lang="es-ES" dirty="0"/>
              <a:t>} referencia ARTICLE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ID_fàbrica</a:t>
            </a:r>
            <a:r>
              <a:rPr lang="es-ES" dirty="0"/>
              <a:t>} referencia FÀBRICA</a:t>
            </a:r>
          </a:p>
          <a:p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94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05E123E-93D8-0B68-F71E-8D2769829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59459"/>
              </p:ext>
            </p:extLst>
          </p:nvPr>
        </p:nvGraphicFramePr>
        <p:xfrm>
          <a:off x="469660" y="2056825"/>
          <a:ext cx="8891136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4289832320"/>
                    </a:ext>
                  </a:extLst>
                </a:gridCol>
                <a:gridCol w="1111333">
                  <a:extLst>
                    <a:ext uri="{9D8B030D-6E8A-4147-A177-3AD203B41FA5}">
                      <a16:colId xmlns:a16="http://schemas.microsoft.com/office/drawing/2014/main" val="1412820800"/>
                    </a:ext>
                  </a:extLst>
                </a:gridCol>
                <a:gridCol w="1382867">
                  <a:extLst>
                    <a:ext uri="{9D8B030D-6E8A-4147-A177-3AD203B41FA5}">
                      <a16:colId xmlns:a16="http://schemas.microsoft.com/office/drawing/2014/main" val="2969004268"/>
                    </a:ext>
                  </a:extLst>
                </a:gridCol>
                <a:gridCol w="1177100">
                  <a:extLst>
                    <a:ext uri="{9D8B030D-6E8A-4147-A177-3AD203B41FA5}">
                      <a16:colId xmlns:a16="http://schemas.microsoft.com/office/drawing/2014/main" val="1843240588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1553718878"/>
                    </a:ext>
                  </a:extLst>
                </a:gridCol>
                <a:gridCol w="1302383">
                  <a:extLst>
                    <a:ext uri="{9D8B030D-6E8A-4147-A177-3AD203B41FA5}">
                      <a16:colId xmlns:a16="http://schemas.microsoft.com/office/drawing/2014/main" val="1464561780"/>
                    </a:ext>
                  </a:extLst>
                </a:gridCol>
                <a:gridCol w="1302383">
                  <a:extLst>
                    <a:ext uri="{9D8B030D-6E8A-4147-A177-3AD203B41FA5}">
                      <a16:colId xmlns:a16="http://schemas.microsoft.com/office/drawing/2014/main" val="2624657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Proveïdor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Categoria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Factura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Telèfons</a:t>
                      </a:r>
                      <a:r>
                        <a:rPr lang="es-ES" dirty="0"/>
                        <a:t> varis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4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s-E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Proveïdor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emet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3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rep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87994"/>
                  </a:ext>
                </a:extLst>
              </a:tr>
              <a:tr h="483175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Producte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Categoria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5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Factura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emesa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rebuda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  <a:endParaRPr lang="es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  <a:p>
                      <a:pPr algn="ctr"/>
                      <a:endParaRPr lang="es-ES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2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Telèfons</a:t>
                      </a: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varis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tingut</a:t>
                      </a:r>
                      <a:endParaRPr lang="es-ES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765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92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23370" y="2677379"/>
            <a:ext cx="1410575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FACTURA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PROVEÏDOR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rep</a:t>
            </a:r>
            <a:endParaRPr lang="es-ES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8549" cy="378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573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/>
              <a:t>emet</a:t>
            </a:r>
            <a:endParaRPr lang="es-ES" sz="140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617232" y="3048314"/>
            <a:ext cx="11426" cy="395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6172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conté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503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503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735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CIF/NIF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35122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686842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direcció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6216408" y="103943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2CC4108D-58D7-4D16-2F6B-D357D90A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9711" y="5194548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CIF/NIF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3196C921-E2AC-D387-915B-2B6EEB51BF2F}"/>
              </a:ext>
            </a:extLst>
          </p:cNvPr>
          <p:cNvSpPr txBox="1"/>
          <p:nvPr/>
        </p:nvSpPr>
        <p:spPr>
          <a:xfrm rot="19193406">
            <a:off x="5687147" y="531637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2CFD351-A2B8-EE30-2400-6566FEBD7755}"/>
              </a:ext>
            </a:extLst>
          </p:cNvPr>
          <p:cNvSpPr/>
          <p:nvPr/>
        </p:nvSpPr>
        <p:spPr>
          <a:xfrm>
            <a:off x="9141171" y="270880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PRODUCTE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65CFB14-6049-8DBC-4DF9-BD019442EC62}"/>
              </a:ext>
            </a:extLst>
          </p:cNvPr>
          <p:cNvCxnSpPr>
            <a:cxnSpLocks/>
            <a:stCxn id="54" idx="3"/>
            <a:endCxn id="15" idx="1"/>
          </p:cNvCxnSpPr>
          <p:nvPr/>
        </p:nvCxnSpPr>
        <p:spPr>
          <a:xfrm>
            <a:off x="8551657" y="2954548"/>
            <a:ext cx="589514" cy="32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E34B8469-00C4-0B00-AADE-E303AB86029F}"/>
              </a:ext>
            </a:extLst>
          </p:cNvPr>
          <p:cNvSpPr/>
          <p:nvPr/>
        </p:nvSpPr>
        <p:spPr>
          <a:xfrm>
            <a:off x="9246899" y="52273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CATEGORIA</a:t>
            </a:r>
          </a:p>
        </p:txBody>
      </p:sp>
      <p:sp>
        <p:nvSpPr>
          <p:cNvPr id="85" name="Rombo 84">
            <a:extLst>
              <a:ext uri="{FF2B5EF4-FFF2-40B4-BE49-F238E27FC236}">
                <a16:creationId xmlns:a16="http://schemas.microsoft.com/office/drawing/2014/main" id="{498C5903-F81C-4638-BC9E-BC35F562299C}"/>
              </a:ext>
            </a:extLst>
          </p:cNvPr>
          <p:cNvSpPr/>
          <p:nvPr/>
        </p:nvSpPr>
        <p:spPr>
          <a:xfrm>
            <a:off x="9246899" y="142915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D96D35B8-0898-AD54-0A3D-FF208A2969EF}"/>
              </a:ext>
            </a:extLst>
          </p:cNvPr>
          <p:cNvSpPr txBox="1"/>
          <p:nvPr/>
        </p:nvSpPr>
        <p:spPr>
          <a:xfrm>
            <a:off x="10563152" y="15727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88" name="Rombo 87">
            <a:extLst>
              <a:ext uri="{FF2B5EF4-FFF2-40B4-BE49-F238E27FC236}">
                <a16:creationId xmlns:a16="http://schemas.microsoft.com/office/drawing/2014/main" id="{EF56E7C3-BFB9-0299-C856-6F58EADCF64F}"/>
              </a:ext>
            </a:extLst>
          </p:cNvPr>
          <p:cNvSpPr/>
          <p:nvPr/>
        </p:nvSpPr>
        <p:spPr>
          <a:xfrm>
            <a:off x="7607069" y="4511708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89" name="Conector: angular 88">
            <a:extLst>
              <a:ext uri="{FF2B5EF4-FFF2-40B4-BE49-F238E27FC236}">
                <a16:creationId xmlns:a16="http://schemas.microsoft.com/office/drawing/2014/main" id="{4B02DE7F-C2C8-2BA9-84F3-889642D3884D}"/>
              </a:ext>
            </a:extLst>
          </p:cNvPr>
          <p:cNvCxnSpPr>
            <a:cxnSpLocks/>
            <a:stCxn id="9" idx="3"/>
            <a:endCxn id="88" idx="1"/>
          </p:cNvCxnSpPr>
          <p:nvPr/>
        </p:nvCxnSpPr>
        <p:spPr>
          <a:xfrm>
            <a:off x="6449681" y="4778318"/>
            <a:ext cx="1157388" cy="3603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D234757A-CD5A-1273-CDA8-E66210A248C4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 flipH="1">
            <a:off x="9906821" y="1079139"/>
            <a:ext cx="96325" cy="35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E5DD797A-2B61-5C61-9C09-C69CE045101F}"/>
              </a:ext>
            </a:extLst>
          </p:cNvPr>
          <p:cNvCxnSpPr>
            <a:stCxn id="85" idx="2"/>
            <a:endCxn id="15" idx="0"/>
          </p:cNvCxnSpPr>
          <p:nvPr/>
        </p:nvCxnSpPr>
        <p:spPr>
          <a:xfrm flipH="1">
            <a:off x="9897418" y="2034437"/>
            <a:ext cx="9403" cy="6743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3FF7B651-C804-EDB3-600C-F0B5B61AE311}"/>
              </a:ext>
            </a:extLst>
          </p:cNvPr>
          <p:cNvSpPr txBox="1"/>
          <p:nvPr/>
        </p:nvSpPr>
        <p:spPr>
          <a:xfrm>
            <a:off x="9879500" y="2178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A1358418-8775-C20D-C7D1-5A664B8DCDBD}"/>
              </a:ext>
            </a:extLst>
          </p:cNvPr>
          <p:cNvSpPr txBox="1"/>
          <p:nvPr/>
        </p:nvSpPr>
        <p:spPr>
          <a:xfrm>
            <a:off x="9975825" y="10905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9B4DEAA3-5AA9-696B-FF21-0F61E46E06D6}"/>
              </a:ext>
            </a:extLst>
          </p:cNvPr>
          <p:cNvCxnSpPr>
            <a:cxnSpLocks/>
          </p:cNvCxnSpPr>
          <p:nvPr/>
        </p:nvCxnSpPr>
        <p:spPr>
          <a:xfrm flipH="1">
            <a:off x="9001772" y="730726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4AC1C1A5-3781-B61A-8F51-179B51AD34C2}"/>
              </a:ext>
            </a:extLst>
          </p:cNvPr>
          <p:cNvSpPr txBox="1"/>
          <p:nvPr/>
        </p:nvSpPr>
        <p:spPr>
          <a:xfrm>
            <a:off x="8417097" y="58789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ID_cat</a:t>
            </a:r>
            <a:endParaRPr lang="es-ES" sz="1100" dirty="0"/>
          </a:p>
        </p:txBody>
      </p: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0CD6EFFA-9678-BC83-A681-CBE13A5B0FC7}"/>
              </a:ext>
            </a:extLst>
          </p:cNvPr>
          <p:cNvCxnSpPr>
            <a:cxnSpLocks/>
          </p:cNvCxnSpPr>
          <p:nvPr/>
        </p:nvCxnSpPr>
        <p:spPr>
          <a:xfrm flipV="1">
            <a:off x="9906821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de flecha 143">
            <a:extLst>
              <a:ext uri="{FF2B5EF4-FFF2-40B4-BE49-F238E27FC236}">
                <a16:creationId xmlns:a16="http://schemas.microsoft.com/office/drawing/2014/main" id="{BE539A50-CE93-0805-5A89-941D473B145D}"/>
              </a:ext>
            </a:extLst>
          </p:cNvPr>
          <p:cNvCxnSpPr>
            <a:cxnSpLocks/>
          </p:cNvCxnSpPr>
          <p:nvPr/>
        </p:nvCxnSpPr>
        <p:spPr>
          <a:xfrm flipV="1">
            <a:off x="9485525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CE29371B-2CC3-A33D-248E-6F7710C6AD6A}"/>
              </a:ext>
            </a:extLst>
          </p:cNvPr>
          <p:cNvSpPr txBox="1"/>
          <p:nvPr/>
        </p:nvSpPr>
        <p:spPr>
          <a:xfrm rot="19193406">
            <a:off x="9240918" y="-6566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E62D0053-B93A-3226-A1D3-5BE49015CCDA}"/>
              </a:ext>
            </a:extLst>
          </p:cNvPr>
          <p:cNvSpPr txBox="1"/>
          <p:nvPr/>
        </p:nvSpPr>
        <p:spPr>
          <a:xfrm>
            <a:off x="9723687" y="65745"/>
            <a:ext cx="1095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37D04916-CEE3-ACF7-44F1-98B8041BF309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396375" y="301321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A7F8449E-D681-FCE9-14E4-8E7CA4176E33}"/>
              </a:ext>
            </a:extLst>
          </p:cNvPr>
          <p:cNvSpPr txBox="1"/>
          <p:nvPr/>
        </p:nvSpPr>
        <p:spPr>
          <a:xfrm>
            <a:off x="10759393" y="289750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ID_prod</a:t>
            </a:r>
            <a:endParaRPr lang="es-ES" sz="1100" dirty="0"/>
          </a:p>
        </p:txBody>
      </p:sp>
      <p:cxnSp>
        <p:nvCxnSpPr>
          <p:cNvPr id="149" name="Conector recto de flecha 148">
            <a:extLst>
              <a:ext uri="{FF2B5EF4-FFF2-40B4-BE49-F238E27FC236}">
                <a16:creationId xmlns:a16="http://schemas.microsoft.com/office/drawing/2014/main" id="{26762CD0-7183-1CFC-BB79-2564752CE39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271283" y="32045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de flecha 149">
            <a:extLst>
              <a:ext uri="{FF2B5EF4-FFF2-40B4-BE49-F238E27FC236}">
                <a16:creationId xmlns:a16="http://schemas.microsoft.com/office/drawing/2014/main" id="{01488FAA-3CFD-BAAD-A223-7398CD4A5D9D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61117" y="31948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de flecha 150">
            <a:extLst>
              <a:ext uri="{FF2B5EF4-FFF2-40B4-BE49-F238E27FC236}">
                <a16:creationId xmlns:a16="http://schemas.microsoft.com/office/drawing/2014/main" id="{890F3B51-DDB0-0742-B77B-A588B527BD8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557033" y="31948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F2D1423D-9A0E-87CC-4BA1-A5BB1DE87270}"/>
              </a:ext>
            </a:extLst>
          </p:cNvPr>
          <p:cNvSpPr txBox="1"/>
          <p:nvPr/>
        </p:nvSpPr>
        <p:spPr>
          <a:xfrm rot="19193406">
            <a:off x="9108349" y="3462584"/>
            <a:ext cx="4737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B0935DA1-E868-CE1D-9B1B-8DFEF9DEE41B}"/>
              </a:ext>
            </a:extLst>
          </p:cNvPr>
          <p:cNvSpPr txBox="1"/>
          <p:nvPr/>
        </p:nvSpPr>
        <p:spPr>
          <a:xfrm rot="19193406">
            <a:off x="10206609" y="337006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ID_prov</a:t>
            </a:r>
            <a:endParaRPr lang="es-ES" sz="1100" dirty="0"/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80BFF1F3-1A74-4DDD-92B9-D31E5E897C0E}"/>
              </a:ext>
            </a:extLst>
          </p:cNvPr>
          <p:cNvSpPr txBox="1"/>
          <p:nvPr/>
        </p:nvSpPr>
        <p:spPr>
          <a:xfrm rot="19193406">
            <a:off x="9907013" y="330851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ID_cat</a:t>
            </a:r>
            <a:endParaRPr lang="es-ES" sz="1100" dirty="0"/>
          </a:p>
        </p:txBody>
      </p: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A664BAF0-ED8F-8AFF-0B9D-97CC8313C500}"/>
              </a:ext>
            </a:extLst>
          </p:cNvPr>
          <p:cNvCxnSpPr>
            <a:cxnSpLocks/>
          </p:cNvCxnSpPr>
          <p:nvPr/>
        </p:nvCxnSpPr>
        <p:spPr>
          <a:xfrm flipH="1">
            <a:off x="7924800" y="4992366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74DB0545-0DE9-C5E5-D9D1-CEF0CB84020B}"/>
              </a:ext>
            </a:extLst>
          </p:cNvPr>
          <p:cNvSpPr txBox="1"/>
          <p:nvPr/>
        </p:nvSpPr>
        <p:spPr>
          <a:xfrm rot="19193406">
            <a:off x="7369829" y="505295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stock</a:t>
            </a:r>
          </a:p>
        </p:txBody>
      </p: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81876A68-E10E-7CE6-9682-FBCEEE3980FC}"/>
              </a:ext>
            </a:extLst>
          </p:cNvPr>
          <p:cNvCxnSpPr>
            <a:cxnSpLocks/>
          </p:cNvCxnSpPr>
          <p:nvPr/>
        </p:nvCxnSpPr>
        <p:spPr>
          <a:xfrm flipH="1" flipV="1">
            <a:off x="7580558" y="2500538"/>
            <a:ext cx="109124" cy="234552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FAD2B325-EF2F-D565-BB39-1D3A2508CCB8}"/>
              </a:ext>
            </a:extLst>
          </p:cNvPr>
          <p:cNvSpPr txBox="1"/>
          <p:nvPr/>
        </p:nvSpPr>
        <p:spPr>
          <a:xfrm rot="19193406">
            <a:off x="7180850" y="201441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Preu_actual</a:t>
            </a:r>
            <a:endParaRPr lang="es-ES" sz="1100" dirty="0"/>
          </a:p>
        </p:txBody>
      </p: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4DE4C341-5D31-E86A-63B4-BC640DA3A1D1}"/>
              </a:ext>
            </a:extLst>
          </p:cNvPr>
          <p:cNvCxnSpPr>
            <a:cxnSpLocks/>
          </p:cNvCxnSpPr>
          <p:nvPr/>
        </p:nvCxnSpPr>
        <p:spPr>
          <a:xfrm flipH="1">
            <a:off x="4480672" y="472902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48BFF104-AEC8-9C05-D1AF-F5574C74D99B}"/>
              </a:ext>
            </a:extLst>
          </p:cNvPr>
          <p:cNvSpPr txBox="1"/>
          <p:nvPr/>
        </p:nvSpPr>
        <p:spPr>
          <a:xfrm>
            <a:off x="3823531" y="45901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ID_prov</a:t>
            </a:r>
            <a:endParaRPr lang="es-ES" sz="1100" dirty="0"/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92DBF19A-88D9-3399-B7C3-5391EFD4A7DC}"/>
              </a:ext>
            </a:extLst>
          </p:cNvPr>
          <p:cNvSpPr txBox="1"/>
          <p:nvPr/>
        </p:nvSpPr>
        <p:spPr>
          <a:xfrm>
            <a:off x="9773465" y="40941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00CE8CCC-340F-4CCA-367F-758111938273}"/>
              </a:ext>
            </a:extLst>
          </p:cNvPr>
          <p:cNvSpPr txBox="1"/>
          <p:nvPr/>
        </p:nvSpPr>
        <p:spPr>
          <a:xfrm>
            <a:off x="6744855" y="480921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783ACA98-F517-8B58-BA25-31E94A693D30}"/>
              </a:ext>
            </a:extLst>
          </p:cNvPr>
          <p:cNvSpPr txBox="1"/>
          <p:nvPr/>
        </p:nvSpPr>
        <p:spPr>
          <a:xfrm>
            <a:off x="7998853" y="4182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5C88E799-DEA4-73DD-B127-74E7B5994B85}"/>
              </a:ext>
            </a:extLst>
          </p:cNvPr>
          <p:cNvSpPr txBox="1"/>
          <p:nvPr/>
        </p:nvSpPr>
        <p:spPr>
          <a:xfrm>
            <a:off x="8517973" y="259112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79BE95EE-BA6E-5F8A-35B6-5B3980B264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85724" y="5164551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249C03E-11C8-2245-C308-2A24D265CAB9}"/>
              </a:ext>
            </a:extLst>
          </p:cNvPr>
          <p:cNvSpPr txBox="1"/>
          <p:nvPr/>
        </p:nvSpPr>
        <p:spPr>
          <a:xfrm rot="19193406">
            <a:off x="5233593" y="54532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direcció</a:t>
            </a:r>
            <a:endParaRPr lang="es-ES" sz="11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5FE6683-05A0-CA52-339B-DE6F97EEE1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01695" y="517857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7F174C4-1491-C3C5-AAD8-9123CE99D587}"/>
              </a:ext>
            </a:extLst>
          </p:cNvPr>
          <p:cNvSpPr txBox="1"/>
          <p:nvPr/>
        </p:nvSpPr>
        <p:spPr>
          <a:xfrm rot="19193406">
            <a:off x="6035289" y="53625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web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8FAA74B-8576-2AD3-1617-EFB1B9AA0F7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01495" y="516904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84D097-24F3-F9D2-93C6-B57C6D121650}"/>
              </a:ext>
            </a:extLst>
          </p:cNvPr>
          <p:cNvSpPr txBox="1"/>
          <p:nvPr/>
        </p:nvSpPr>
        <p:spPr>
          <a:xfrm rot="19193406">
            <a:off x="4349364" y="545778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8149F88-3667-E66A-8E3E-CD3F1ED6E72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095997" y="1162765"/>
            <a:ext cx="143628" cy="10688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DD8005-14B8-9FE0-F5C8-28BA3B7BD04B}"/>
              </a:ext>
            </a:extLst>
          </p:cNvPr>
          <p:cNvSpPr/>
          <p:nvPr/>
        </p:nvSpPr>
        <p:spPr>
          <a:xfrm>
            <a:off x="1782725" y="860090"/>
            <a:ext cx="1063201" cy="465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Telèfons</a:t>
            </a:r>
            <a:r>
              <a:rPr lang="es-ES" dirty="0"/>
              <a:t> varis</a:t>
            </a:r>
          </a:p>
        </p:txBody>
      </p:sp>
      <p:sp>
        <p:nvSpPr>
          <p:cNvPr id="18" name="Rombo 17">
            <a:extLst>
              <a:ext uri="{FF2B5EF4-FFF2-40B4-BE49-F238E27FC236}">
                <a16:creationId xmlns:a16="http://schemas.microsoft.com/office/drawing/2014/main" id="{708F1691-53F9-7B7A-AF59-6C4D0E2E4ECD}"/>
              </a:ext>
            </a:extLst>
          </p:cNvPr>
          <p:cNvSpPr/>
          <p:nvPr/>
        </p:nvSpPr>
        <p:spPr>
          <a:xfrm>
            <a:off x="3303454" y="75229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C339A5F5-0FA1-071F-D0CC-891E3A2AEA50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 flipV="1">
            <a:off x="2845926" y="1054935"/>
            <a:ext cx="457528" cy="3780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5ABA0E99-47B7-9019-B3BA-B0659D78DECE}"/>
              </a:ext>
            </a:extLst>
          </p:cNvPr>
          <p:cNvCxnSpPr>
            <a:cxnSpLocks/>
            <a:stCxn id="18" idx="3"/>
            <a:endCxn id="4" idx="1"/>
          </p:cNvCxnSpPr>
          <p:nvPr/>
        </p:nvCxnSpPr>
        <p:spPr>
          <a:xfrm>
            <a:off x="4623297" y="1054935"/>
            <a:ext cx="515167" cy="107830"/>
          </a:xfrm>
          <a:prstGeom prst="bentConnector3">
            <a:avLst>
              <a:gd name="adj1" fmla="val 555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D2B149-3AF1-FAD7-3744-9354065672B2}"/>
              </a:ext>
            </a:extLst>
          </p:cNvPr>
          <p:cNvSpPr txBox="1"/>
          <p:nvPr/>
        </p:nvSpPr>
        <p:spPr>
          <a:xfrm>
            <a:off x="4602004" y="7631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E303BAC-0A09-9E63-D2DA-8336F3C0A05E}"/>
              </a:ext>
            </a:extLst>
          </p:cNvPr>
          <p:cNvSpPr txBox="1"/>
          <p:nvPr/>
        </p:nvSpPr>
        <p:spPr>
          <a:xfrm>
            <a:off x="2839651" y="7728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7CD9A24-5104-73AB-3E06-7DBEB8849AAB}"/>
              </a:ext>
            </a:extLst>
          </p:cNvPr>
          <p:cNvSpPr txBox="1"/>
          <p:nvPr/>
        </p:nvSpPr>
        <p:spPr>
          <a:xfrm>
            <a:off x="3687049" y="43329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F549970-11AC-EE22-5B1B-F48AF07B9EBE}"/>
              </a:ext>
            </a:extLst>
          </p:cNvPr>
          <p:cNvCxnSpPr>
            <a:cxnSpLocks/>
          </p:cNvCxnSpPr>
          <p:nvPr/>
        </p:nvCxnSpPr>
        <p:spPr>
          <a:xfrm flipV="1">
            <a:off x="2388509" y="63921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3D4764C-362D-D997-5BC4-2CF858CE3F58}"/>
              </a:ext>
            </a:extLst>
          </p:cNvPr>
          <p:cNvSpPr txBox="1"/>
          <p:nvPr/>
        </p:nvSpPr>
        <p:spPr>
          <a:xfrm>
            <a:off x="2017835" y="32735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68458F4-3185-F340-2801-F1994068BB3E}"/>
              </a:ext>
            </a:extLst>
          </p:cNvPr>
          <p:cNvSpPr txBox="1"/>
          <p:nvPr/>
        </p:nvSpPr>
        <p:spPr>
          <a:xfrm>
            <a:off x="6239625" y="3092221"/>
            <a:ext cx="870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ID_factura</a:t>
            </a:r>
            <a:endParaRPr lang="es-ES" sz="1100" dirty="0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CECDF490-B373-C43C-E8E9-9212C325153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120802" y="3029885"/>
            <a:ext cx="118823" cy="19314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2E23C01-365D-32EE-54F2-49653ACFC219}"/>
              </a:ext>
            </a:extLst>
          </p:cNvPr>
          <p:cNvCxnSpPr>
            <a:cxnSpLocks/>
          </p:cNvCxnSpPr>
          <p:nvPr/>
        </p:nvCxnSpPr>
        <p:spPr>
          <a:xfrm flipV="1">
            <a:off x="5339116" y="2489947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4E7250D-7926-9CFE-8C2E-6CC1A0CAE5AE}"/>
              </a:ext>
            </a:extLst>
          </p:cNvPr>
          <p:cNvSpPr txBox="1"/>
          <p:nvPr/>
        </p:nvSpPr>
        <p:spPr>
          <a:xfrm rot="19193406">
            <a:off x="5028113" y="21054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data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BA604A6C-8606-095C-0CE0-E1F7D88F99EA}"/>
              </a:ext>
            </a:extLst>
          </p:cNvPr>
          <p:cNvCxnSpPr>
            <a:cxnSpLocks/>
          </p:cNvCxnSpPr>
          <p:nvPr/>
        </p:nvCxnSpPr>
        <p:spPr>
          <a:xfrm flipH="1" flipV="1">
            <a:off x="4993788" y="2591129"/>
            <a:ext cx="107243" cy="21524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063792D-B72D-AD82-21D1-F00F9D88F651}"/>
              </a:ext>
            </a:extLst>
          </p:cNvPr>
          <p:cNvSpPr txBox="1"/>
          <p:nvPr/>
        </p:nvSpPr>
        <p:spPr>
          <a:xfrm rot="19193406">
            <a:off x="4695142" y="218990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559DF4E-BC3E-4D31-87ED-0B7C78AB9957}"/>
              </a:ext>
            </a:extLst>
          </p:cNvPr>
          <p:cNvSpPr txBox="1"/>
          <p:nvPr/>
        </p:nvSpPr>
        <p:spPr>
          <a:xfrm rot="19193406">
            <a:off x="3956489" y="2746714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18B24B13-B257-45E0-E534-97A457BBD90A}"/>
              </a:ext>
            </a:extLst>
          </p:cNvPr>
          <p:cNvCxnSpPr>
            <a:cxnSpLocks/>
          </p:cNvCxnSpPr>
          <p:nvPr/>
        </p:nvCxnSpPr>
        <p:spPr>
          <a:xfrm flipH="1">
            <a:off x="7600169" y="3172299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89E1E1D-D12B-8416-3FED-8DA8353A885D}"/>
              </a:ext>
            </a:extLst>
          </p:cNvPr>
          <p:cNvSpPr txBox="1"/>
          <p:nvPr/>
        </p:nvSpPr>
        <p:spPr>
          <a:xfrm rot="19193406">
            <a:off x="7169023" y="311858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IVA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0DDDC969-18D7-23D0-CBBF-FAFF5381C8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63751" y="293033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EC0C09B-F964-5D5B-A858-E21FDF448B8E}"/>
              </a:ext>
            </a:extLst>
          </p:cNvPr>
          <p:cNvSpPr txBox="1"/>
          <p:nvPr/>
        </p:nvSpPr>
        <p:spPr>
          <a:xfrm rot="19193406">
            <a:off x="4280013" y="3370154"/>
            <a:ext cx="11619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Preu_final_IVA</a:t>
            </a:r>
            <a:endParaRPr lang="es-ES" sz="1100" dirty="0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1BE4F4C-33C2-F1D6-686B-F7649E6D4B1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740871" y="2862847"/>
            <a:ext cx="182499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4030B03C-8C97-ADC9-17AE-D02B3D43CE38}"/>
              </a:ext>
            </a:extLst>
          </p:cNvPr>
          <p:cNvCxnSpPr>
            <a:cxnSpLocks/>
          </p:cNvCxnSpPr>
          <p:nvPr/>
        </p:nvCxnSpPr>
        <p:spPr>
          <a:xfrm flipV="1">
            <a:off x="8201177" y="2610024"/>
            <a:ext cx="115708" cy="17925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4E09357-FAB6-646C-8C79-64E3051353E7}"/>
              </a:ext>
            </a:extLst>
          </p:cNvPr>
          <p:cNvSpPr txBox="1"/>
          <p:nvPr/>
        </p:nvSpPr>
        <p:spPr>
          <a:xfrm>
            <a:off x="8211709" y="2332927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BF714A0B-7B4C-ECF9-0E46-213D4D2BE808}"/>
              </a:ext>
            </a:extLst>
          </p:cNvPr>
          <p:cNvCxnSpPr>
            <a:cxnSpLocks/>
            <a:stCxn id="88" idx="3"/>
            <a:endCxn id="15" idx="2"/>
          </p:cNvCxnSpPr>
          <p:nvPr/>
        </p:nvCxnSpPr>
        <p:spPr>
          <a:xfrm flipV="1">
            <a:off x="8926912" y="3265209"/>
            <a:ext cx="970506" cy="154914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39D38588-1AFE-A6D0-96F0-8ABD40111F31}"/>
              </a:ext>
            </a:extLst>
          </p:cNvPr>
          <p:cNvCxnSpPr>
            <a:cxnSpLocks/>
            <a:stCxn id="5" idx="3"/>
            <a:endCxn id="54" idx="1"/>
          </p:cNvCxnSpPr>
          <p:nvPr/>
        </p:nvCxnSpPr>
        <p:spPr>
          <a:xfrm>
            <a:off x="6333945" y="2862847"/>
            <a:ext cx="897869" cy="91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39C4871C-456B-0598-047E-3412E933AA23}"/>
              </a:ext>
            </a:extLst>
          </p:cNvPr>
          <p:cNvSpPr txBox="1"/>
          <p:nvPr/>
        </p:nvSpPr>
        <p:spPr>
          <a:xfrm>
            <a:off x="2091926" y="157277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88E65217-DBC4-8455-628D-D3A4BF79C733}"/>
              </a:ext>
            </a:extLst>
          </p:cNvPr>
          <p:cNvCxnSpPr>
            <a:cxnSpLocks/>
          </p:cNvCxnSpPr>
          <p:nvPr/>
        </p:nvCxnSpPr>
        <p:spPr>
          <a:xfrm>
            <a:off x="2404652" y="1316105"/>
            <a:ext cx="0" cy="201114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61DEB841-3066-8EB6-9899-4280A6B3F29F}"/>
              </a:ext>
            </a:extLst>
          </p:cNvPr>
          <p:cNvCxnSpPr>
            <a:cxnSpLocks/>
          </p:cNvCxnSpPr>
          <p:nvPr/>
        </p:nvCxnSpPr>
        <p:spPr>
          <a:xfrm flipH="1">
            <a:off x="4803175" y="3028311"/>
            <a:ext cx="190613" cy="11767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728F5DFD-F3CA-722C-578E-FEA58871428D}"/>
              </a:ext>
            </a:extLst>
          </p:cNvPr>
          <p:cNvSpPr txBox="1"/>
          <p:nvPr/>
        </p:nvSpPr>
        <p:spPr>
          <a:xfrm rot="19193406">
            <a:off x="4190383" y="311915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Id_prov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217898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23370" y="2677379"/>
            <a:ext cx="1410575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FACTURA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PROVEÏDOR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rep</a:t>
            </a:r>
            <a:endParaRPr lang="es-ES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8549" cy="378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573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/>
              <a:t>emet</a:t>
            </a:r>
            <a:endParaRPr lang="es-ES" sz="140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617232" y="3048314"/>
            <a:ext cx="11426" cy="395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6172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conté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503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503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735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CIF/NIF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35122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686842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direcció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6216408" y="103943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2CC4108D-58D7-4D16-2F6B-D357D90A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9711" y="5194548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CIF/NIF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3196C921-E2AC-D387-915B-2B6EEB51BF2F}"/>
              </a:ext>
            </a:extLst>
          </p:cNvPr>
          <p:cNvSpPr txBox="1"/>
          <p:nvPr/>
        </p:nvSpPr>
        <p:spPr>
          <a:xfrm rot="19193406">
            <a:off x="5687147" y="531637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2CFD351-A2B8-EE30-2400-6566FEBD7755}"/>
              </a:ext>
            </a:extLst>
          </p:cNvPr>
          <p:cNvSpPr/>
          <p:nvPr/>
        </p:nvSpPr>
        <p:spPr>
          <a:xfrm>
            <a:off x="9141171" y="270880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PRODUCTE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65CFB14-6049-8DBC-4DF9-BD019442EC62}"/>
              </a:ext>
            </a:extLst>
          </p:cNvPr>
          <p:cNvCxnSpPr>
            <a:cxnSpLocks/>
            <a:stCxn id="54" idx="3"/>
            <a:endCxn id="15" idx="1"/>
          </p:cNvCxnSpPr>
          <p:nvPr/>
        </p:nvCxnSpPr>
        <p:spPr>
          <a:xfrm>
            <a:off x="8551657" y="2954548"/>
            <a:ext cx="589514" cy="32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E34B8469-00C4-0B00-AADE-E303AB86029F}"/>
              </a:ext>
            </a:extLst>
          </p:cNvPr>
          <p:cNvSpPr/>
          <p:nvPr/>
        </p:nvSpPr>
        <p:spPr>
          <a:xfrm>
            <a:off x="9246899" y="52273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CATEGORIA</a:t>
            </a:r>
          </a:p>
        </p:txBody>
      </p:sp>
      <p:sp>
        <p:nvSpPr>
          <p:cNvPr id="85" name="Rombo 84">
            <a:extLst>
              <a:ext uri="{FF2B5EF4-FFF2-40B4-BE49-F238E27FC236}">
                <a16:creationId xmlns:a16="http://schemas.microsoft.com/office/drawing/2014/main" id="{498C5903-F81C-4638-BC9E-BC35F562299C}"/>
              </a:ext>
            </a:extLst>
          </p:cNvPr>
          <p:cNvSpPr/>
          <p:nvPr/>
        </p:nvSpPr>
        <p:spPr>
          <a:xfrm>
            <a:off x="9246899" y="142915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D96D35B8-0898-AD54-0A3D-FF208A2969EF}"/>
              </a:ext>
            </a:extLst>
          </p:cNvPr>
          <p:cNvSpPr txBox="1"/>
          <p:nvPr/>
        </p:nvSpPr>
        <p:spPr>
          <a:xfrm>
            <a:off x="10563152" y="15727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88" name="Rombo 87">
            <a:extLst>
              <a:ext uri="{FF2B5EF4-FFF2-40B4-BE49-F238E27FC236}">
                <a16:creationId xmlns:a16="http://schemas.microsoft.com/office/drawing/2014/main" id="{EF56E7C3-BFB9-0299-C856-6F58EADCF64F}"/>
              </a:ext>
            </a:extLst>
          </p:cNvPr>
          <p:cNvSpPr/>
          <p:nvPr/>
        </p:nvSpPr>
        <p:spPr>
          <a:xfrm>
            <a:off x="7607069" y="4511708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89" name="Conector: angular 88">
            <a:extLst>
              <a:ext uri="{FF2B5EF4-FFF2-40B4-BE49-F238E27FC236}">
                <a16:creationId xmlns:a16="http://schemas.microsoft.com/office/drawing/2014/main" id="{4B02DE7F-C2C8-2BA9-84F3-889642D3884D}"/>
              </a:ext>
            </a:extLst>
          </p:cNvPr>
          <p:cNvCxnSpPr>
            <a:cxnSpLocks/>
            <a:stCxn id="9" idx="3"/>
            <a:endCxn id="88" idx="1"/>
          </p:cNvCxnSpPr>
          <p:nvPr/>
        </p:nvCxnSpPr>
        <p:spPr>
          <a:xfrm>
            <a:off x="6449681" y="4778318"/>
            <a:ext cx="1157388" cy="3603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D234757A-CD5A-1273-CDA8-E66210A248C4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 flipH="1">
            <a:off x="9906821" y="1079139"/>
            <a:ext cx="96325" cy="35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E5DD797A-2B61-5C61-9C09-C69CE045101F}"/>
              </a:ext>
            </a:extLst>
          </p:cNvPr>
          <p:cNvCxnSpPr>
            <a:stCxn id="85" idx="2"/>
            <a:endCxn id="15" idx="0"/>
          </p:cNvCxnSpPr>
          <p:nvPr/>
        </p:nvCxnSpPr>
        <p:spPr>
          <a:xfrm flipH="1">
            <a:off x="9897418" y="2034437"/>
            <a:ext cx="9403" cy="6743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3FF7B651-C804-EDB3-600C-F0B5B61AE311}"/>
              </a:ext>
            </a:extLst>
          </p:cNvPr>
          <p:cNvSpPr txBox="1"/>
          <p:nvPr/>
        </p:nvSpPr>
        <p:spPr>
          <a:xfrm>
            <a:off x="9879500" y="2178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A1358418-8775-C20D-C7D1-5A664B8DCDBD}"/>
              </a:ext>
            </a:extLst>
          </p:cNvPr>
          <p:cNvSpPr txBox="1"/>
          <p:nvPr/>
        </p:nvSpPr>
        <p:spPr>
          <a:xfrm>
            <a:off x="9975825" y="10905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9B4DEAA3-5AA9-696B-FF21-0F61E46E06D6}"/>
              </a:ext>
            </a:extLst>
          </p:cNvPr>
          <p:cNvCxnSpPr>
            <a:cxnSpLocks/>
          </p:cNvCxnSpPr>
          <p:nvPr/>
        </p:nvCxnSpPr>
        <p:spPr>
          <a:xfrm flipH="1">
            <a:off x="9001772" y="730726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4AC1C1A5-3781-B61A-8F51-179B51AD34C2}"/>
              </a:ext>
            </a:extLst>
          </p:cNvPr>
          <p:cNvSpPr txBox="1"/>
          <p:nvPr/>
        </p:nvSpPr>
        <p:spPr>
          <a:xfrm>
            <a:off x="8417097" y="58789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ID_cat</a:t>
            </a:r>
            <a:endParaRPr lang="es-ES" sz="1100" dirty="0"/>
          </a:p>
        </p:txBody>
      </p: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0CD6EFFA-9678-BC83-A681-CBE13A5B0FC7}"/>
              </a:ext>
            </a:extLst>
          </p:cNvPr>
          <p:cNvCxnSpPr>
            <a:cxnSpLocks/>
          </p:cNvCxnSpPr>
          <p:nvPr/>
        </p:nvCxnSpPr>
        <p:spPr>
          <a:xfrm flipV="1">
            <a:off x="9906821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de flecha 143">
            <a:extLst>
              <a:ext uri="{FF2B5EF4-FFF2-40B4-BE49-F238E27FC236}">
                <a16:creationId xmlns:a16="http://schemas.microsoft.com/office/drawing/2014/main" id="{BE539A50-CE93-0805-5A89-941D473B145D}"/>
              </a:ext>
            </a:extLst>
          </p:cNvPr>
          <p:cNvCxnSpPr>
            <a:cxnSpLocks/>
          </p:cNvCxnSpPr>
          <p:nvPr/>
        </p:nvCxnSpPr>
        <p:spPr>
          <a:xfrm flipV="1">
            <a:off x="9485525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CE29371B-2CC3-A33D-248E-6F7710C6AD6A}"/>
              </a:ext>
            </a:extLst>
          </p:cNvPr>
          <p:cNvSpPr txBox="1"/>
          <p:nvPr/>
        </p:nvSpPr>
        <p:spPr>
          <a:xfrm rot="19193406">
            <a:off x="9240918" y="-6566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E62D0053-B93A-3226-A1D3-5BE49015CCDA}"/>
              </a:ext>
            </a:extLst>
          </p:cNvPr>
          <p:cNvSpPr txBox="1"/>
          <p:nvPr/>
        </p:nvSpPr>
        <p:spPr>
          <a:xfrm>
            <a:off x="9723687" y="65745"/>
            <a:ext cx="1095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37D04916-CEE3-ACF7-44F1-98B8041BF309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396375" y="301321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A7F8449E-D681-FCE9-14E4-8E7CA4176E33}"/>
              </a:ext>
            </a:extLst>
          </p:cNvPr>
          <p:cNvSpPr txBox="1"/>
          <p:nvPr/>
        </p:nvSpPr>
        <p:spPr>
          <a:xfrm>
            <a:off x="10759393" y="289750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ID_prod</a:t>
            </a:r>
            <a:endParaRPr lang="es-ES" sz="1100" dirty="0"/>
          </a:p>
        </p:txBody>
      </p:sp>
      <p:cxnSp>
        <p:nvCxnSpPr>
          <p:cNvPr id="150" name="Conector recto de flecha 149">
            <a:extLst>
              <a:ext uri="{FF2B5EF4-FFF2-40B4-BE49-F238E27FC236}">
                <a16:creationId xmlns:a16="http://schemas.microsoft.com/office/drawing/2014/main" id="{01488FAA-3CFD-BAAD-A223-7398CD4A5D9D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61117" y="31948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F2D1423D-9A0E-87CC-4BA1-A5BB1DE87270}"/>
              </a:ext>
            </a:extLst>
          </p:cNvPr>
          <p:cNvSpPr txBox="1"/>
          <p:nvPr/>
        </p:nvSpPr>
        <p:spPr>
          <a:xfrm rot="19193406">
            <a:off x="9108349" y="3462584"/>
            <a:ext cx="4737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A664BAF0-ED8F-8AFF-0B9D-97CC8313C500}"/>
              </a:ext>
            </a:extLst>
          </p:cNvPr>
          <p:cNvCxnSpPr>
            <a:cxnSpLocks/>
          </p:cNvCxnSpPr>
          <p:nvPr/>
        </p:nvCxnSpPr>
        <p:spPr>
          <a:xfrm flipH="1">
            <a:off x="7924800" y="4992366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74DB0545-0DE9-C5E5-D9D1-CEF0CB84020B}"/>
              </a:ext>
            </a:extLst>
          </p:cNvPr>
          <p:cNvSpPr txBox="1"/>
          <p:nvPr/>
        </p:nvSpPr>
        <p:spPr>
          <a:xfrm rot="19193406">
            <a:off x="7369829" y="505295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stock</a:t>
            </a:r>
          </a:p>
        </p:txBody>
      </p: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81876A68-E10E-7CE6-9682-FBCEEE3980FC}"/>
              </a:ext>
            </a:extLst>
          </p:cNvPr>
          <p:cNvCxnSpPr>
            <a:cxnSpLocks/>
          </p:cNvCxnSpPr>
          <p:nvPr/>
        </p:nvCxnSpPr>
        <p:spPr>
          <a:xfrm flipH="1" flipV="1">
            <a:off x="7580558" y="2500538"/>
            <a:ext cx="109124" cy="234552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FAD2B325-EF2F-D565-BB39-1D3A2508CCB8}"/>
              </a:ext>
            </a:extLst>
          </p:cNvPr>
          <p:cNvSpPr txBox="1"/>
          <p:nvPr/>
        </p:nvSpPr>
        <p:spPr>
          <a:xfrm rot="19193406">
            <a:off x="7180850" y="201441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Preu_actual</a:t>
            </a:r>
            <a:endParaRPr lang="es-ES" sz="1100" dirty="0"/>
          </a:p>
        </p:txBody>
      </p: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4DE4C341-5D31-E86A-63B4-BC640DA3A1D1}"/>
              </a:ext>
            </a:extLst>
          </p:cNvPr>
          <p:cNvCxnSpPr>
            <a:cxnSpLocks/>
          </p:cNvCxnSpPr>
          <p:nvPr/>
        </p:nvCxnSpPr>
        <p:spPr>
          <a:xfrm flipH="1">
            <a:off x="4480672" y="472902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48BFF104-AEC8-9C05-D1AF-F5574C74D99B}"/>
              </a:ext>
            </a:extLst>
          </p:cNvPr>
          <p:cNvSpPr txBox="1"/>
          <p:nvPr/>
        </p:nvSpPr>
        <p:spPr>
          <a:xfrm>
            <a:off x="3823531" y="45901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ID_prov</a:t>
            </a:r>
            <a:endParaRPr lang="es-ES" sz="1100" dirty="0"/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92DBF19A-88D9-3399-B7C3-5391EFD4A7DC}"/>
              </a:ext>
            </a:extLst>
          </p:cNvPr>
          <p:cNvSpPr txBox="1"/>
          <p:nvPr/>
        </p:nvSpPr>
        <p:spPr>
          <a:xfrm>
            <a:off x="9773465" y="40941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00CE8CCC-340F-4CCA-367F-758111938273}"/>
              </a:ext>
            </a:extLst>
          </p:cNvPr>
          <p:cNvSpPr txBox="1"/>
          <p:nvPr/>
        </p:nvSpPr>
        <p:spPr>
          <a:xfrm>
            <a:off x="6744855" y="480921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783ACA98-F517-8B58-BA25-31E94A693D30}"/>
              </a:ext>
            </a:extLst>
          </p:cNvPr>
          <p:cNvSpPr txBox="1"/>
          <p:nvPr/>
        </p:nvSpPr>
        <p:spPr>
          <a:xfrm>
            <a:off x="7998853" y="4182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5C88E799-DEA4-73DD-B127-74E7B5994B85}"/>
              </a:ext>
            </a:extLst>
          </p:cNvPr>
          <p:cNvSpPr txBox="1"/>
          <p:nvPr/>
        </p:nvSpPr>
        <p:spPr>
          <a:xfrm>
            <a:off x="8517973" y="259112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79BE95EE-BA6E-5F8A-35B6-5B3980B264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85724" y="5164551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249C03E-11C8-2245-C308-2A24D265CAB9}"/>
              </a:ext>
            </a:extLst>
          </p:cNvPr>
          <p:cNvSpPr txBox="1"/>
          <p:nvPr/>
        </p:nvSpPr>
        <p:spPr>
          <a:xfrm rot="19193406">
            <a:off x="5233593" y="54532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direcció</a:t>
            </a:r>
            <a:endParaRPr lang="es-ES" sz="11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5FE6683-05A0-CA52-339B-DE6F97EEE1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01695" y="517857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7F174C4-1491-C3C5-AAD8-9123CE99D587}"/>
              </a:ext>
            </a:extLst>
          </p:cNvPr>
          <p:cNvSpPr txBox="1"/>
          <p:nvPr/>
        </p:nvSpPr>
        <p:spPr>
          <a:xfrm rot="19193406">
            <a:off x="6035289" y="53625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web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8FAA74B-8576-2AD3-1617-EFB1B9AA0F7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01495" y="516904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84D097-24F3-F9D2-93C6-B57C6D121650}"/>
              </a:ext>
            </a:extLst>
          </p:cNvPr>
          <p:cNvSpPr txBox="1"/>
          <p:nvPr/>
        </p:nvSpPr>
        <p:spPr>
          <a:xfrm rot="19193406">
            <a:off x="4349364" y="545778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8149F88-3667-E66A-8E3E-CD3F1ED6E72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095997" y="1162765"/>
            <a:ext cx="143628" cy="10688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DD8005-14B8-9FE0-F5C8-28BA3B7BD04B}"/>
              </a:ext>
            </a:extLst>
          </p:cNvPr>
          <p:cNvSpPr/>
          <p:nvPr/>
        </p:nvSpPr>
        <p:spPr>
          <a:xfrm>
            <a:off x="1782725" y="860090"/>
            <a:ext cx="1063201" cy="465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Telèfons</a:t>
            </a:r>
            <a:r>
              <a:rPr lang="es-ES" dirty="0"/>
              <a:t> varis</a:t>
            </a:r>
          </a:p>
        </p:txBody>
      </p:sp>
      <p:sp>
        <p:nvSpPr>
          <p:cNvPr id="18" name="Rombo 17">
            <a:extLst>
              <a:ext uri="{FF2B5EF4-FFF2-40B4-BE49-F238E27FC236}">
                <a16:creationId xmlns:a16="http://schemas.microsoft.com/office/drawing/2014/main" id="{708F1691-53F9-7B7A-AF59-6C4D0E2E4ECD}"/>
              </a:ext>
            </a:extLst>
          </p:cNvPr>
          <p:cNvSpPr/>
          <p:nvPr/>
        </p:nvSpPr>
        <p:spPr>
          <a:xfrm>
            <a:off x="3303454" y="75229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C339A5F5-0FA1-071F-D0CC-891E3A2AEA50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 flipV="1">
            <a:off x="2845926" y="1054935"/>
            <a:ext cx="457528" cy="3780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5ABA0E99-47B7-9019-B3BA-B0659D78DECE}"/>
              </a:ext>
            </a:extLst>
          </p:cNvPr>
          <p:cNvCxnSpPr>
            <a:cxnSpLocks/>
            <a:stCxn id="18" idx="3"/>
            <a:endCxn id="4" idx="1"/>
          </p:cNvCxnSpPr>
          <p:nvPr/>
        </p:nvCxnSpPr>
        <p:spPr>
          <a:xfrm>
            <a:off x="4623297" y="1054935"/>
            <a:ext cx="515167" cy="107830"/>
          </a:xfrm>
          <a:prstGeom prst="bentConnector3">
            <a:avLst>
              <a:gd name="adj1" fmla="val 555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D2B149-3AF1-FAD7-3744-9354065672B2}"/>
              </a:ext>
            </a:extLst>
          </p:cNvPr>
          <p:cNvSpPr txBox="1"/>
          <p:nvPr/>
        </p:nvSpPr>
        <p:spPr>
          <a:xfrm>
            <a:off x="4602004" y="7631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E303BAC-0A09-9E63-D2DA-8336F3C0A05E}"/>
              </a:ext>
            </a:extLst>
          </p:cNvPr>
          <p:cNvSpPr txBox="1"/>
          <p:nvPr/>
        </p:nvSpPr>
        <p:spPr>
          <a:xfrm>
            <a:off x="2839651" y="7728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7CD9A24-5104-73AB-3E06-7DBEB8849AAB}"/>
              </a:ext>
            </a:extLst>
          </p:cNvPr>
          <p:cNvSpPr txBox="1"/>
          <p:nvPr/>
        </p:nvSpPr>
        <p:spPr>
          <a:xfrm>
            <a:off x="3687049" y="43329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F549970-11AC-EE22-5B1B-F48AF07B9EBE}"/>
              </a:ext>
            </a:extLst>
          </p:cNvPr>
          <p:cNvCxnSpPr>
            <a:cxnSpLocks/>
          </p:cNvCxnSpPr>
          <p:nvPr/>
        </p:nvCxnSpPr>
        <p:spPr>
          <a:xfrm flipV="1">
            <a:off x="2388509" y="63921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3D4764C-362D-D997-5BC4-2CF858CE3F58}"/>
              </a:ext>
            </a:extLst>
          </p:cNvPr>
          <p:cNvSpPr txBox="1"/>
          <p:nvPr/>
        </p:nvSpPr>
        <p:spPr>
          <a:xfrm>
            <a:off x="2017835" y="32735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68458F4-3185-F340-2801-F1994068BB3E}"/>
              </a:ext>
            </a:extLst>
          </p:cNvPr>
          <p:cNvSpPr txBox="1"/>
          <p:nvPr/>
        </p:nvSpPr>
        <p:spPr>
          <a:xfrm>
            <a:off x="6239625" y="3092221"/>
            <a:ext cx="870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ID_factura</a:t>
            </a:r>
            <a:endParaRPr lang="es-ES" sz="1100" dirty="0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CECDF490-B373-C43C-E8E9-9212C325153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120802" y="3029885"/>
            <a:ext cx="118823" cy="19314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2E23C01-365D-32EE-54F2-49653ACFC219}"/>
              </a:ext>
            </a:extLst>
          </p:cNvPr>
          <p:cNvCxnSpPr>
            <a:cxnSpLocks/>
          </p:cNvCxnSpPr>
          <p:nvPr/>
        </p:nvCxnSpPr>
        <p:spPr>
          <a:xfrm flipV="1">
            <a:off x="5339116" y="2489947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4E7250D-7926-9CFE-8C2E-6CC1A0CAE5AE}"/>
              </a:ext>
            </a:extLst>
          </p:cNvPr>
          <p:cNvSpPr txBox="1"/>
          <p:nvPr/>
        </p:nvSpPr>
        <p:spPr>
          <a:xfrm rot="19193406">
            <a:off x="5028113" y="21054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data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559DF4E-BC3E-4D31-87ED-0B7C78AB9957}"/>
              </a:ext>
            </a:extLst>
          </p:cNvPr>
          <p:cNvSpPr txBox="1"/>
          <p:nvPr/>
        </p:nvSpPr>
        <p:spPr>
          <a:xfrm rot="19193406">
            <a:off x="3956489" y="2746714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18B24B13-B257-45E0-E534-97A457BBD90A}"/>
              </a:ext>
            </a:extLst>
          </p:cNvPr>
          <p:cNvCxnSpPr>
            <a:cxnSpLocks/>
          </p:cNvCxnSpPr>
          <p:nvPr/>
        </p:nvCxnSpPr>
        <p:spPr>
          <a:xfrm flipH="1">
            <a:off x="7600169" y="3172299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89E1E1D-D12B-8416-3FED-8DA8353A885D}"/>
              </a:ext>
            </a:extLst>
          </p:cNvPr>
          <p:cNvSpPr txBox="1"/>
          <p:nvPr/>
        </p:nvSpPr>
        <p:spPr>
          <a:xfrm rot="19193406">
            <a:off x="7169023" y="311858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IVA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0DDDC969-18D7-23D0-CBBF-FAFF5381C8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63751" y="293033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EC0C09B-F964-5D5B-A858-E21FDF448B8E}"/>
              </a:ext>
            </a:extLst>
          </p:cNvPr>
          <p:cNvSpPr txBox="1"/>
          <p:nvPr/>
        </p:nvSpPr>
        <p:spPr>
          <a:xfrm rot="19193406">
            <a:off x="4280013" y="3370154"/>
            <a:ext cx="11619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Preu_final_IVA</a:t>
            </a:r>
            <a:endParaRPr lang="es-ES" sz="1100" dirty="0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1BE4F4C-33C2-F1D6-686B-F7649E6D4B1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740871" y="2862847"/>
            <a:ext cx="182499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4030B03C-8C97-ADC9-17AE-D02B3D43CE38}"/>
              </a:ext>
            </a:extLst>
          </p:cNvPr>
          <p:cNvCxnSpPr>
            <a:cxnSpLocks/>
          </p:cNvCxnSpPr>
          <p:nvPr/>
        </p:nvCxnSpPr>
        <p:spPr>
          <a:xfrm flipV="1">
            <a:off x="8201177" y="2610024"/>
            <a:ext cx="115708" cy="17925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4E09357-FAB6-646C-8C79-64E3051353E7}"/>
              </a:ext>
            </a:extLst>
          </p:cNvPr>
          <p:cNvSpPr txBox="1"/>
          <p:nvPr/>
        </p:nvSpPr>
        <p:spPr>
          <a:xfrm>
            <a:off x="8211709" y="2332927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BF714A0B-7B4C-ECF9-0E46-213D4D2BE808}"/>
              </a:ext>
            </a:extLst>
          </p:cNvPr>
          <p:cNvCxnSpPr>
            <a:cxnSpLocks/>
            <a:stCxn id="88" idx="3"/>
            <a:endCxn id="15" idx="2"/>
          </p:cNvCxnSpPr>
          <p:nvPr/>
        </p:nvCxnSpPr>
        <p:spPr>
          <a:xfrm flipV="1">
            <a:off x="8926912" y="3265209"/>
            <a:ext cx="970506" cy="154914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39D38588-1AFE-A6D0-96F0-8ABD40111F31}"/>
              </a:ext>
            </a:extLst>
          </p:cNvPr>
          <p:cNvCxnSpPr>
            <a:cxnSpLocks/>
            <a:stCxn id="5" idx="3"/>
            <a:endCxn id="54" idx="1"/>
          </p:cNvCxnSpPr>
          <p:nvPr/>
        </p:nvCxnSpPr>
        <p:spPr>
          <a:xfrm>
            <a:off x="6333945" y="2862847"/>
            <a:ext cx="897869" cy="91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39C4871C-456B-0598-047E-3412E933AA23}"/>
              </a:ext>
            </a:extLst>
          </p:cNvPr>
          <p:cNvSpPr txBox="1"/>
          <p:nvPr/>
        </p:nvSpPr>
        <p:spPr>
          <a:xfrm>
            <a:off x="2091926" y="157277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88E65217-DBC4-8455-628D-D3A4BF79C733}"/>
              </a:ext>
            </a:extLst>
          </p:cNvPr>
          <p:cNvCxnSpPr>
            <a:cxnSpLocks/>
          </p:cNvCxnSpPr>
          <p:nvPr/>
        </p:nvCxnSpPr>
        <p:spPr>
          <a:xfrm>
            <a:off x="2404652" y="1316105"/>
            <a:ext cx="0" cy="201114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51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17A7AC-BADD-A42D-FB81-FD6FAC35B1D2}"/>
              </a:ext>
            </a:extLst>
          </p:cNvPr>
          <p:cNvSpPr txBox="1"/>
          <p:nvPr/>
        </p:nvSpPr>
        <p:spPr>
          <a:xfrm>
            <a:off x="612474" y="923026"/>
            <a:ext cx="531535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CLIENT</a:t>
            </a:r>
            <a:r>
              <a:rPr lang="es-ES" dirty="0"/>
              <a:t> (</a:t>
            </a:r>
            <a:r>
              <a:rPr lang="es-ES" u="sng" dirty="0" err="1"/>
              <a:t>ID_client</a:t>
            </a:r>
            <a:r>
              <a:rPr lang="es-ES" dirty="0"/>
              <a:t>, CIF/NIF, </a:t>
            </a:r>
            <a:r>
              <a:rPr lang="es-ES" dirty="0" err="1"/>
              <a:t>nom</a:t>
            </a:r>
            <a:r>
              <a:rPr lang="es-ES" dirty="0"/>
              <a:t>, </a:t>
            </a:r>
            <a:r>
              <a:rPr lang="es-ES" dirty="0" err="1"/>
              <a:t>direcció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TELÈFONS_VARIS</a:t>
            </a:r>
            <a:r>
              <a:rPr lang="es-ES" dirty="0"/>
              <a:t> (</a:t>
            </a:r>
            <a:r>
              <a:rPr lang="es-ES" u="sng" dirty="0" err="1"/>
              <a:t>Telèfon</a:t>
            </a:r>
            <a:r>
              <a:rPr lang="es-ES" u="sng" dirty="0"/>
              <a:t>,</a:t>
            </a:r>
            <a:r>
              <a:rPr lang="es-ES" dirty="0"/>
              <a:t> </a:t>
            </a:r>
            <a:r>
              <a:rPr lang="es-ES" dirty="0" err="1"/>
              <a:t>ID_client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</a:p>
          <a:p>
            <a:r>
              <a:rPr lang="es-ES" dirty="0"/>
              <a:t>{</a:t>
            </a:r>
            <a:r>
              <a:rPr lang="es-ES" dirty="0" err="1"/>
              <a:t>ID_client</a:t>
            </a:r>
            <a:r>
              <a:rPr lang="es-ES" dirty="0"/>
              <a:t>} referencia CLIENT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FACTURA </a:t>
            </a:r>
            <a:r>
              <a:rPr lang="es-ES" dirty="0"/>
              <a:t>(</a:t>
            </a:r>
            <a:r>
              <a:rPr lang="es-ES" u="sng" dirty="0" err="1"/>
              <a:t>ID_factura</a:t>
            </a:r>
            <a:r>
              <a:rPr lang="es-ES" dirty="0"/>
              <a:t>, data, </a:t>
            </a:r>
            <a:r>
              <a:rPr lang="es-ES" dirty="0" err="1"/>
              <a:t>ID_client</a:t>
            </a:r>
            <a:r>
              <a:rPr lang="es-ES" dirty="0"/>
              <a:t>, </a:t>
            </a:r>
            <a:r>
              <a:rPr lang="es-ES" dirty="0" err="1"/>
              <a:t>ID_prov</a:t>
            </a:r>
            <a:r>
              <a:rPr lang="es-ES" dirty="0"/>
              <a:t>,  </a:t>
            </a:r>
            <a:r>
              <a:rPr lang="es-ES" dirty="0" err="1"/>
              <a:t>descompte</a:t>
            </a:r>
            <a:r>
              <a:rPr lang="es-ES" dirty="0"/>
              <a:t>, </a:t>
            </a:r>
            <a:r>
              <a:rPr lang="es-ES" dirty="0" err="1"/>
              <a:t>preu_final_IVA</a:t>
            </a:r>
            <a:r>
              <a:rPr lang="es-ES" dirty="0"/>
              <a:t>)</a:t>
            </a:r>
          </a:p>
          <a:p>
            <a:r>
              <a:rPr lang="es-ES" dirty="0"/>
              <a:t>donde</a:t>
            </a:r>
          </a:p>
          <a:p>
            <a:r>
              <a:rPr lang="es-ES" u="sng" dirty="0"/>
              <a:t>{ID_CLIENT} referencia CLIENT</a:t>
            </a:r>
          </a:p>
          <a:p>
            <a:r>
              <a:rPr lang="es-ES" dirty="0"/>
              <a:t>{ID_ </a:t>
            </a:r>
            <a:r>
              <a:rPr lang="es-ES" dirty="0" err="1"/>
              <a:t>prov</a:t>
            </a:r>
            <a:r>
              <a:rPr lang="es-ES" dirty="0"/>
              <a:t>} referencia PROVEÏDOR</a:t>
            </a:r>
            <a:endParaRPr lang="es-ES" u="sng" dirty="0"/>
          </a:p>
          <a:p>
            <a:r>
              <a:rPr lang="es-ES" dirty="0">
                <a:solidFill>
                  <a:srgbClr val="FF0000"/>
                </a:solidFill>
              </a:rPr>
              <a:t>PRODUCTE </a:t>
            </a:r>
            <a:r>
              <a:rPr lang="es-ES" dirty="0"/>
              <a:t>(</a:t>
            </a:r>
            <a:r>
              <a:rPr lang="es-ES" u="sng" dirty="0" err="1"/>
              <a:t>ID_prod</a:t>
            </a:r>
            <a:r>
              <a:rPr lang="es-ES" dirty="0"/>
              <a:t>, </a:t>
            </a:r>
            <a:r>
              <a:rPr lang="es-ES" dirty="0" err="1"/>
              <a:t>ID_cat</a:t>
            </a:r>
            <a:r>
              <a:rPr lang="es-ES" dirty="0"/>
              <a:t>, </a:t>
            </a:r>
            <a:r>
              <a:rPr lang="es-ES" dirty="0" err="1"/>
              <a:t>ID_prov</a:t>
            </a:r>
            <a:r>
              <a:rPr lang="es-ES" dirty="0"/>
              <a:t>, </a:t>
            </a:r>
            <a:r>
              <a:rPr lang="es-ES" dirty="0" err="1"/>
              <a:t>nom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ID_cat</a:t>
            </a:r>
            <a:r>
              <a:rPr lang="es-ES" dirty="0"/>
              <a:t>} referencia CATEGORIA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ID_prov</a:t>
            </a:r>
            <a:r>
              <a:rPr lang="es-ES" dirty="0"/>
              <a:t>} referencia PROVEÏDOR</a:t>
            </a:r>
          </a:p>
          <a:p>
            <a:r>
              <a:rPr lang="es-ES" dirty="0">
                <a:solidFill>
                  <a:srgbClr val="FF0000"/>
                </a:solidFill>
              </a:rPr>
              <a:t>FACTURA_PRODUCTE </a:t>
            </a:r>
            <a:r>
              <a:rPr lang="es-ES" dirty="0"/>
              <a:t>(</a:t>
            </a:r>
            <a:r>
              <a:rPr lang="es-ES" u="sng" dirty="0" err="1"/>
              <a:t>ID_factura+ID_prod</a:t>
            </a:r>
            <a:r>
              <a:rPr lang="es-ES" dirty="0"/>
              <a:t>, </a:t>
            </a:r>
            <a:r>
              <a:rPr lang="es-ES" dirty="0" err="1"/>
              <a:t>quantitat</a:t>
            </a:r>
            <a:r>
              <a:rPr lang="es-ES" dirty="0"/>
              <a:t>, IVA, </a:t>
            </a:r>
            <a:r>
              <a:rPr lang="es-ES" dirty="0" err="1"/>
              <a:t>preu_actual</a:t>
            </a:r>
            <a:endParaRPr lang="es-ES" dirty="0"/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ID_factura</a:t>
            </a:r>
            <a:r>
              <a:rPr lang="es-ES" dirty="0"/>
              <a:t>} referencia FACTURA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prod</a:t>
            </a:r>
            <a:r>
              <a:rPr lang="es-ES" dirty="0"/>
              <a:t>} referencia PRODUCTE</a:t>
            </a:r>
          </a:p>
          <a:p>
            <a:r>
              <a:rPr lang="es-ES" dirty="0">
                <a:solidFill>
                  <a:srgbClr val="FF0000"/>
                </a:solidFill>
              </a:rPr>
              <a:t>CATEGORIA </a:t>
            </a:r>
            <a:r>
              <a:rPr lang="es-ES" dirty="0"/>
              <a:t>(</a:t>
            </a:r>
            <a:r>
              <a:rPr lang="es-ES" u="sng" dirty="0" err="1"/>
              <a:t>ID_cat</a:t>
            </a:r>
            <a:r>
              <a:rPr lang="es-ES" dirty="0"/>
              <a:t>, descripción, </a:t>
            </a:r>
            <a:r>
              <a:rPr lang="es-ES" dirty="0" err="1"/>
              <a:t>nom</a:t>
            </a:r>
            <a:r>
              <a:rPr lang="es-ES" dirty="0"/>
              <a:t>)</a:t>
            </a:r>
          </a:p>
          <a:p>
            <a:endParaRPr lang="es-ES" dirty="0"/>
          </a:p>
          <a:p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CF9178-2770-A833-FDFB-0A2D022FB051}"/>
              </a:ext>
            </a:extLst>
          </p:cNvPr>
          <p:cNvSpPr txBox="1"/>
          <p:nvPr/>
        </p:nvSpPr>
        <p:spPr>
          <a:xfrm>
            <a:off x="6672190" y="930286"/>
            <a:ext cx="5315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PRODUCTE_CATEGORIA</a:t>
            </a:r>
            <a:r>
              <a:rPr lang="es-ES" dirty="0"/>
              <a:t> (</a:t>
            </a:r>
            <a:r>
              <a:rPr lang="es-ES" u="sng" dirty="0" err="1"/>
              <a:t>ID_prod+ID_cat</a:t>
            </a:r>
            <a:r>
              <a:rPr lang="es-ES" dirty="0"/>
              <a:t>, </a:t>
            </a:r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ID_prod</a:t>
            </a:r>
            <a:r>
              <a:rPr lang="es-ES" dirty="0"/>
              <a:t>} referencia PRODUCTE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cat</a:t>
            </a:r>
            <a:r>
              <a:rPr lang="es-ES" dirty="0"/>
              <a:t>} referencia CATEGORIA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PROVEÏDOR </a:t>
            </a:r>
            <a:r>
              <a:rPr lang="es-ES" dirty="0"/>
              <a:t>(</a:t>
            </a:r>
            <a:r>
              <a:rPr lang="es-ES" u="sng" dirty="0" err="1"/>
              <a:t>ID_prov</a:t>
            </a:r>
            <a:r>
              <a:rPr lang="es-ES" dirty="0"/>
              <a:t>, CIF/NIF, </a:t>
            </a:r>
            <a:r>
              <a:rPr lang="es-ES" dirty="0" err="1"/>
              <a:t>nom</a:t>
            </a:r>
            <a:r>
              <a:rPr lang="es-ES" dirty="0"/>
              <a:t>, dirección, </a:t>
            </a:r>
            <a:r>
              <a:rPr lang="es-ES" dirty="0" err="1"/>
              <a:t>telèfon</a:t>
            </a:r>
            <a:r>
              <a:rPr lang="es-ES" dirty="0"/>
              <a:t>, web</a:t>
            </a:r>
            <a:r>
              <a:rPr lang="es-ES" u="sng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PROD_PROV</a:t>
            </a:r>
            <a:r>
              <a:rPr lang="es-ES" dirty="0"/>
              <a:t> (</a:t>
            </a:r>
            <a:r>
              <a:rPr lang="es-ES" u="sng" dirty="0" err="1"/>
              <a:t>ID_prod</a:t>
            </a:r>
            <a:r>
              <a:rPr lang="es-ES" u="sng" dirty="0"/>
              <a:t> + </a:t>
            </a:r>
            <a:r>
              <a:rPr lang="es-ES" u="sng" dirty="0" err="1"/>
              <a:t>ID_prov</a:t>
            </a:r>
            <a:r>
              <a:rPr lang="es-ES" dirty="0"/>
              <a:t>, stock</a:t>
            </a:r>
            <a:r>
              <a:rPr lang="es-ES" u="sng" dirty="0"/>
              <a:t>)</a:t>
            </a:r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ID_prod</a:t>
            </a:r>
            <a:r>
              <a:rPr lang="es-ES" dirty="0"/>
              <a:t>} referencia PRODUCTE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prov</a:t>
            </a:r>
            <a:r>
              <a:rPr lang="es-ES" dirty="0"/>
              <a:t>} referencia PROVEÏDOR</a:t>
            </a:r>
            <a:endParaRPr lang="es-ES" u="sng" dirty="0"/>
          </a:p>
          <a:p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674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B96EAD6-854D-AA49-A9CD-24707E126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22173"/>
              </p:ext>
            </p:extLst>
          </p:nvPr>
        </p:nvGraphicFramePr>
        <p:xfrm>
          <a:off x="73804" y="89938"/>
          <a:ext cx="11614991" cy="573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916">
                  <a:extLst>
                    <a:ext uri="{9D8B030D-6E8A-4147-A177-3AD203B41FA5}">
                      <a16:colId xmlns:a16="http://schemas.microsoft.com/office/drawing/2014/main" val="1601374050"/>
                    </a:ext>
                  </a:extLst>
                </a:gridCol>
                <a:gridCol w="1170317">
                  <a:extLst>
                    <a:ext uri="{9D8B030D-6E8A-4147-A177-3AD203B41FA5}">
                      <a16:colId xmlns:a16="http://schemas.microsoft.com/office/drawing/2014/main" val="1259602636"/>
                    </a:ext>
                  </a:extLst>
                </a:gridCol>
                <a:gridCol w="970471">
                  <a:extLst>
                    <a:ext uri="{9D8B030D-6E8A-4147-A177-3AD203B41FA5}">
                      <a16:colId xmlns:a16="http://schemas.microsoft.com/office/drawing/2014/main" val="1508842919"/>
                    </a:ext>
                  </a:extLst>
                </a:gridCol>
                <a:gridCol w="963284">
                  <a:extLst>
                    <a:ext uri="{9D8B030D-6E8A-4147-A177-3AD203B41FA5}">
                      <a16:colId xmlns:a16="http://schemas.microsoft.com/office/drawing/2014/main" val="3337946417"/>
                    </a:ext>
                  </a:extLst>
                </a:gridCol>
                <a:gridCol w="941716">
                  <a:extLst>
                    <a:ext uri="{9D8B030D-6E8A-4147-A177-3AD203B41FA5}">
                      <a16:colId xmlns:a16="http://schemas.microsoft.com/office/drawing/2014/main" val="2394046994"/>
                    </a:ext>
                  </a:extLst>
                </a:gridCol>
                <a:gridCol w="793791">
                  <a:extLst>
                    <a:ext uri="{9D8B030D-6E8A-4147-A177-3AD203B41FA5}">
                      <a16:colId xmlns:a16="http://schemas.microsoft.com/office/drawing/2014/main" val="619771999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87516920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66492868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453211853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377220781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203851742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4139075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carretera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titularitat</a:t>
                      </a:r>
                      <a:endParaRPr lang="es-ES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nivel_col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tipus_via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tram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Tipus_node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8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carretera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2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titularitat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90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nivel_col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1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tipus_via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47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tram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1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8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05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16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3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Tipus_node</a:t>
                      </a:r>
                      <a:endParaRPr lang="es-ES" sz="1200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35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593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38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57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70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DD26E3B-3828-2498-AACD-9505E97917E5}"/>
              </a:ext>
            </a:extLst>
          </p:cNvPr>
          <p:cNvSpPr/>
          <p:nvPr/>
        </p:nvSpPr>
        <p:spPr>
          <a:xfrm>
            <a:off x="2809567" y="2536888"/>
            <a:ext cx="1465870" cy="284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carretera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1A09FCC-AFE9-A580-1702-CA03489BF40D}"/>
              </a:ext>
            </a:extLst>
          </p:cNvPr>
          <p:cNvSpPr/>
          <p:nvPr/>
        </p:nvSpPr>
        <p:spPr>
          <a:xfrm>
            <a:off x="3002502" y="4645051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Tipus_via</a:t>
            </a:r>
            <a:endParaRPr lang="es-ES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1D820DB-1D6C-B198-7BDE-30F949AF3CBF}"/>
              </a:ext>
            </a:extLst>
          </p:cNvPr>
          <p:cNvSpPr/>
          <p:nvPr/>
        </p:nvSpPr>
        <p:spPr>
          <a:xfrm>
            <a:off x="6726587" y="253688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Tram</a:t>
            </a:r>
            <a:endParaRPr lang="es-ES" sz="12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ED5A598-B256-E623-7409-DF62AD0E915C}"/>
              </a:ext>
            </a:extLst>
          </p:cNvPr>
          <p:cNvSpPr/>
          <p:nvPr/>
        </p:nvSpPr>
        <p:spPr>
          <a:xfrm>
            <a:off x="10107526" y="2541113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node</a:t>
            </a:r>
            <a:endParaRPr lang="es-ES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20C03F3-8008-2A90-46FC-6CFB60DF22DE}"/>
              </a:ext>
            </a:extLst>
          </p:cNvPr>
          <p:cNvSpPr/>
          <p:nvPr/>
        </p:nvSpPr>
        <p:spPr>
          <a:xfrm>
            <a:off x="6042194" y="4924807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Tipus_terr</a:t>
            </a:r>
            <a:endParaRPr lang="es-ES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571C4A-CFC0-ABAE-D4B1-D66D32316D70}"/>
              </a:ext>
            </a:extLst>
          </p:cNvPr>
          <p:cNvSpPr/>
          <p:nvPr/>
        </p:nvSpPr>
        <p:spPr>
          <a:xfrm>
            <a:off x="6001030" y="40354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entorn</a:t>
            </a:r>
            <a:endParaRPr lang="es-ES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5E5E4A6-8FCA-6C24-75D5-F4A6792C0DEB}"/>
              </a:ext>
            </a:extLst>
          </p:cNvPr>
          <p:cNvSpPr/>
          <p:nvPr/>
        </p:nvSpPr>
        <p:spPr>
          <a:xfrm>
            <a:off x="2824807" y="43776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Nivell_col</a:t>
            </a:r>
            <a:endParaRPr lang="es-ES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616DF44-0587-EA5C-C69D-FF422A6DB4D6}"/>
              </a:ext>
            </a:extLst>
          </p:cNvPr>
          <p:cNvSpPr/>
          <p:nvPr/>
        </p:nvSpPr>
        <p:spPr>
          <a:xfrm>
            <a:off x="10107526" y="618860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07C93E-24C9-FB48-2AE1-F0D14638F71B}"/>
              </a:ext>
            </a:extLst>
          </p:cNvPr>
          <p:cNvSpPr/>
          <p:nvPr/>
        </p:nvSpPr>
        <p:spPr>
          <a:xfrm>
            <a:off x="10107526" y="436485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prov</a:t>
            </a:r>
            <a:endParaRPr lang="es-ES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403315-FBF7-C66E-F33B-124050F9D992}"/>
              </a:ext>
            </a:extLst>
          </p:cNvPr>
          <p:cNvSpPr/>
          <p:nvPr/>
        </p:nvSpPr>
        <p:spPr>
          <a:xfrm>
            <a:off x="120417" y="2054245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titularitat</a:t>
            </a:r>
            <a:endParaRPr lang="es-ES" sz="1200" dirty="0"/>
          </a:p>
        </p:txBody>
      </p:sp>
      <p:sp>
        <p:nvSpPr>
          <p:cNvPr id="35" name="Rombo 34">
            <a:extLst>
              <a:ext uri="{FF2B5EF4-FFF2-40B4-BE49-F238E27FC236}">
                <a16:creationId xmlns:a16="http://schemas.microsoft.com/office/drawing/2014/main" id="{1381AEBB-D41E-2D14-8569-73FB023DC95B}"/>
              </a:ext>
            </a:extLst>
          </p:cNvPr>
          <p:cNvSpPr/>
          <p:nvPr/>
        </p:nvSpPr>
        <p:spPr>
          <a:xfrm>
            <a:off x="4655775" y="241424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/>
              <a:t>conté</a:t>
            </a:r>
            <a:endParaRPr lang="es-ES" sz="1200" dirty="0"/>
          </a:p>
        </p:txBody>
      </p:sp>
      <p:sp>
        <p:nvSpPr>
          <p:cNvPr id="43" name="Rombo 42">
            <a:extLst>
              <a:ext uri="{FF2B5EF4-FFF2-40B4-BE49-F238E27FC236}">
                <a16:creationId xmlns:a16="http://schemas.microsoft.com/office/drawing/2014/main" id="{0A2BD5A0-DA11-22F5-39AC-B084E714FFC7}"/>
              </a:ext>
            </a:extLst>
          </p:cNvPr>
          <p:cNvSpPr/>
          <p:nvPr/>
        </p:nvSpPr>
        <p:spPr>
          <a:xfrm>
            <a:off x="3089235" y="3673525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sp>
        <p:nvSpPr>
          <p:cNvPr id="45" name="Rombo 44">
            <a:extLst>
              <a:ext uri="{FF2B5EF4-FFF2-40B4-BE49-F238E27FC236}">
                <a16:creationId xmlns:a16="http://schemas.microsoft.com/office/drawing/2014/main" id="{5B05CD33-F1A8-220E-649E-104D434B1353}"/>
              </a:ext>
            </a:extLst>
          </p:cNvPr>
          <p:cNvSpPr/>
          <p:nvPr/>
        </p:nvSpPr>
        <p:spPr>
          <a:xfrm>
            <a:off x="3061144" y="123118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sp>
        <p:nvSpPr>
          <p:cNvPr id="47" name="Rombo 46">
            <a:extLst>
              <a:ext uri="{FF2B5EF4-FFF2-40B4-BE49-F238E27FC236}">
                <a16:creationId xmlns:a16="http://schemas.microsoft.com/office/drawing/2014/main" id="{35514644-9317-BE58-79C7-81002B45B6F3}"/>
              </a:ext>
            </a:extLst>
          </p:cNvPr>
          <p:cNvSpPr/>
          <p:nvPr/>
        </p:nvSpPr>
        <p:spPr>
          <a:xfrm>
            <a:off x="1200417" y="797764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70000" lnSpcReduction="20000"/>
          </a:bodyPr>
          <a:lstStyle/>
          <a:p>
            <a:pPr algn="ctr"/>
            <a:r>
              <a:rPr lang="es-ES" sz="1200" dirty="0" err="1"/>
              <a:t>correspon</a:t>
            </a:r>
            <a:endParaRPr lang="es-ES" sz="1200" dirty="0"/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97B0E428-B9C7-0A1F-2719-650776368FB9}"/>
              </a:ext>
            </a:extLst>
          </p:cNvPr>
          <p:cNvCxnSpPr>
            <a:cxnSpLocks/>
            <a:stCxn id="29" idx="1"/>
            <a:endCxn id="47" idx="3"/>
          </p:cNvCxnSpPr>
          <p:nvPr/>
        </p:nvCxnSpPr>
        <p:spPr>
          <a:xfrm flipH="1">
            <a:off x="2106950" y="617764"/>
            <a:ext cx="717857" cy="482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B0570407-747D-65D4-5818-2B093C1CCA14}"/>
              </a:ext>
            </a:extLst>
          </p:cNvPr>
          <p:cNvCxnSpPr>
            <a:cxnSpLocks/>
            <a:stCxn id="47" idx="1"/>
            <a:endCxn id="33" idx="0"/>
          </p:cNvCxnSpPr>
          <p:nvPr/>
        </p:nvCxnSpPr>
        <p:spPr>
          <a:xfrm flipH="1">
            <a:off x="660417" y="1100407"/>
            <a:ext cx="540000" cy="953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BA00DC5A-F5FD-ADBC-31CA-308824B6E45E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>
            <a:off x="3364807" y="797764"/>
            <a:ext cx="149604" cy="4334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78FA287-82B9-089D-5283-F6EDA2D09A58}"/>
              </a:ext>
            </a:extLst>
          </p:cNvPr>
          <p:cNvCxnSpPr>
            <a:cxnSpLocks/>
            <a:stCxn id="45" idx="2"/>
            <a:endCxn id="19" idx="0"/>
          </p:cNvCxnSpPr>
          <p:nvPr/>
        </p:nvCxnSpPr>
        <p:spPr>
          <a:xfrm>
            <a:off x="3514411" y="1836471"/>
            <a:ext cx="28091" cy="700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7CF322CA-BB63-CE72-D86F-2126EBDEF877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3542502" y="2821432"/>
            <a:ext cx="0" cy="852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2F0E85B-E0DA-7738-7931-EDFE5D117131}"/>
              </a:ext>
            </a:extLst>
          </p:cNvPr>
          <p:cNvCxnSpPr>
            <a:cxnSpLocks/>
            <a:stCxn id="43" idx="2"/>
            <a:endCxn id="20" idx="0"/>
          </p:cNvCxnSpPr>
          <p:nvPr/>
        </p:nvCxnSpPr>
        <p:spPr>
          <a:xfrm>
            <a:off x="3542502" y="4278810"/>
            <a:ext cx="0" cy="366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mbo 126">
            <a:extLst>
              <a:ext uri="{FF2B5EF4-FFF2-40B4-BE49-F238E27FC236}">
                <a16:creationId xmlns:a16="http://schemas.microsoft.com/office/drawing/2014/main" id="{8222B333-60B0-390C-B912-E5EA561031D1}"/>
              </a:ext>
            </a:extLst>
          </p:cNvPr>
          <p:cNvSpPr/>
          <p:nvPr/>
        </p:nvSpPr>
        <p:spPr>
          <a:xfrm>
            <a:off x="1408559" y="241424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942476FA-8961-AA21-2344-F87E684A0928}"/>
              </a:ext>
            </a:extLst>
          </p:cNvPr>
          <p:cNvCxnSpPr>
            <a:cxnSpLocks/>
            <a:stCxn id="127" idx="1"/>
            <a:endCxn id="33" idx="2"/>
          </p:cNvCxnSpPr>
          <p:nvPr/>
        </p:nvCxnSpPr>
        <p:spPr>
          <a:xfrm flipH="1" flipV="1">
            <a:off x="660417" y="2414245"/>
            <a:ext cx="748142" cy="302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C6088F9F-BE4E-F490-83AC-E593A754D5BB}"/>
              </a:ext>
            </a:extLst>
          </p:cNvPr>
          <p:cNvCxnSpPr>
            <a:cxnSpLocks/>
            <a:stCxn id="127" idx="3"/>
            <a:endCxn id="19" idx="1"/>
          </p:cNvCxnSpPr>
          <p:nvPr/>
        </p:nvCxnSpPr>
        <p:spPr>
          <a:xfrm flipV="1">
            <a:off x="2315092" y="2679160"/>
            <a:ext cx="494475" cy="37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mbo 142">
            <a:extLst>
              <a:ext uri="{FF2B5EF4-FFF2-40B4-BE49-F238E27FC236}">
                <a16:creationId xmlns:a16="http://schemas.microsoft.com/office/drawing/2014/main" id="{F6E68648-5D67-3FE8-ABC3-7D2902FB1BA5}"/>
              </a:ext>
            </a:extLst>
          </p:cNvPr>
          <p:cNvSpPr/>
          <p:nvPr/>
        </p:nvSpPr>
        <p:spPr>
          <a:xfrm>
            <a:off x="6353424" y="1026074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44" name="Rombo 143">
            <a:extLst>
              <a:ext uri="{FF2B5EF4-FFF2-40B4-BE49-F238E27FC236}">
                <a16:creationId xmlns:a16="http://schemas.microsoft.com/office/drawing/2014/main" id="{A6387105-A560-764C-E1E0-A57C01272AD7}"/>
              </a:ext>
            </a:extLst>
          </p:cNvPr>
          <p:cNvSpPr/>
          <p:nvPr/>
        </p:nvSpPr>
        <p:spPr>
          <a:xfrm>
            <a:off x="6582193" y="4056992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 err="1"/>
              <a:t>és</a:t>
            </a:r>
            <a:endParaRPr lang="es-ES" sz="1200" dirty="0"/>
          </a:p>
        </p:txBody>
      </p: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B7B687C3-D04D-A2AE-A5B7-488F958B6609}"/>
              </a:ext>
            </a:extLst>
          </p:cNvPr>
          <p:cNvCxnSpPr>
            <a:cxnSpLocks/>
            <a:stCxn id="28" idx="2"/>
            <a:endCxn id="143" idx="0"/>
          </p:cNvCxnSpPr>
          <p:nvPr/>
        </p:nvCxnSpPr>
        <p:spPr>
          <a:xfrm>
            <a:off x="6541030" y="763544"/>
            <a:ext cx="265661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20B1A39C-A927-AAF5-87E7-D3246B329673}"/>
              </a:ext>
            </a:extLst>
          </p:cNvPr>
          <p:cNvCxnSpPr>
            <a:cxnSpLocks/>
            <a:stCxn id="143" idx="2"/>
            <a:endCxn id="24" idx="0"/>
          </p:cNvCxnSpPr>
          <p:nvPr/>
        </p:nvCxnSpPr>
        <p:spPr>
          <a:xfrm>
            <a:off x="6806691" y="1631359"/>
            <a:ext cx="459896" cy="905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0C9423EF-239A-1EF3-D7CD-E309605EC05D}"/>
              </a:ext>
            </a:extLst>
          </p:cNvPr>
          <p:cNvCxnSpPr>
            <a:cxnSpLocks/>
            <a:stCxn id="24" idx="2"/>
            <a:endCxn id="144" idx="0"/>
          </p:cNvCxnSpPr>
          <p:nvPr/>
        </p:nvCxnSpPr>
        <p:spPr>
          <a:xfrm flipH="1">
            <a:off x="7035460" y="2896888"/>
            <a:ext cx="231127" cy="11601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0AC6C8FC-D48E-3B04-D632-DE4A56B74C3A}"/>
              </a:ext>
            </a:extLst>
          </p:cNvPr>
          <p:cNvCxnSpPr>
            <a:cxnSpLocks/>
            <a:stCxn id="144" idx="2"/>
            <a:endCxn id="27" idx="0"/>
          </p:cNvCxnSpPr>
          <p:nvPr/>
        </p:nvCxnSpPr>
        <p:spPr>
          <a:xfrm flipH="1">
            <a:off x="6582194" y="4662277"/>
            <a:ext cx="453266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95F08DE-B849-13DD-D4A2-5F956A053B7E}"/>
              </a:ext>
            </a:extLst>
          </p:cNvPr>
          <p:cNvCxnSpPr>
            <a:cxnSpLocks/>
            <a:stCxn id="19" idx="3"/>
            <a:endCxn id="35" idx="1"/>
          </p:cNvCxnSpPr>
          <p:nvPr/>
        </p:nvCxnSpPr>
        <p:spPr>
          <a:xfrm>
            <a:off x="4275437" y="2679160"/>
            <a:ext cx="380338" cy="37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842C9F30-DABF-FEBC-C7BB-7696A0A386FF}"/>
              </a:ext>
            </a:extLst>
          </p:cNvPr>
          <p:cNvCxnSpPr>
            <a:cxnSpLocks/>
            <a:stCxn id="35" idx="3"/>
            <a:endCxn id="24" idx="1"/>
          </p:cNvCxnSpPr>
          <p:nvPr/>
        </p:nvCxnSpPr>
        <p:spPr>
          <a:xfrm>
            <a:off x="5975618" y="2716888"/>
            <a:ext cx="7509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mbo 162">
            <a:extLst>
              <a:ext uri="{FF2B5EF4-FFF2-40B4-BE49-F238E27FC236}">
                <a16:creationId xmlns:a16="http://schemas.microsoft.com/office/drawing/2014/main" id="{AAB33725-D41F-B896-8957-F014BA38EE40}"/>
              </a:ext>
            </a:extLst>
          </p:cNvPr>
          <p:cNvSpPr/>
          <p:nvPr/>
        </p:nvSpPr>
        <p:spPr>
          <a:xfrm>
            <a:off x="8362246" y="2414245"/>
            <a:ext cx="1205280" cy="59887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 err="1"/>
              <a:t>intersecta</a:t>
            </a:r>
            <a:endParaRPr lang="es-ES" sz="1200" dirty="0"/>
          </a:p>
        </p:txBody>
      </p:sp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8520BE1E-EC13-22FE-3B60-FA0AC90B3579}"/>
              </a:ext>
            </a:extLst>
          </p:cNvPr>
          <p:cNvCxnSpPr>
            <a:cxnSpLocks/>
            <a:stCxn id="24" idx="3"/>
            <a:endCxn id="163" idx="1"/>
          </p:cNvCxnSpPr>
          <p:nvPr/>
        </p:nvCxnSpPr>
        <p:spPr>
          <a:xfrm flipV="1">
            <a:off x="7806587" y="2713684"/>
            <a:ext cx="555659" cy="32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194C0A57-7053-F610-F280-607E00B9D685}"/>
              </a:ext>
            </a:extLst>
          </p:cNvPr>
          <p:cNvCxnSpPr>
            <a:cxnSpLocks/>
            <a:stCxn id="163" idx="3"/>
            <a:endCxn id="26" idx="1"/>
          </p:cNvCxnSpPr>
          <p:nvPr/>
        </p:nvCxnSpPr>
        <p:spPr>
          <a:xfrm>
            <a:off x="9567526" y="2713684"/>
            <a:ext cx="540000" cy="7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mbo 179">
            <a:extLst>
              <a:ext uri="{FF2B5EF4-FFF2-40B4-BE49-F238E27FC236}">
                <a16:creationId xmlns:a16="http://schemas.microsoft.com/office/drawing/2014/main" id="{06C24841-43B8-54E1-F212-8C21CDA6BB73}"/>
              </a:ext>
            </a:extLst>
          </p:cNvPr>
          <p:cNvSpPr/>
          <p:nvPr/>
        </p:nvSpPr>
        <p:spPr>
          <a:xfrm>
            <a:off x="10194259" y="3351603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81" name="Rombo 180">
            <a:extLst>
              <a:ext uri="{FF2B5EF4-FFF2-40B4-BE49-F238E27FC236}">
                <a16:creationId xmlns:a16="http://schemas.microsoft.com/office/drawing/2014/main" id="{C7B0795E-1ABD-14FE-BC70-F5B23F8575DC}"/>
              </a:ext>
            </a:extLst>
          </p:cNvPr>
          <p:cNvSpPr/>
          <p:nvPr/>
        </p:nvSpPr>
        <p:spPr>
          <a:xfrm>
            <a:off x="10194258" y="515408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3DFEB6DB-3AB4-28FF-1237-52C4DFC24B5A}"/>
              </a:ext>
            </a:extLst>
          </p:cNvPr>
          <p:cNvCxnSpPr>
            <a:cxnSpLocks/>
            <a:stCxn id="26" idx="2"/>
            <a:endCxn id="180" idx="0"/>
          </p:cNvCxnSpPr>
          <p:nvPr/>
        </p:nvCxnSpPr>
        <p:spPr>
          <a:xfrm>
            <a:off x="10647526" y="2901113"/>
            <a:ext cx="0" cy="450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49905145-5624-0AAD-9FD0-0A3037E59637}"/>
              </a:ext>
            </a:extLst>
          </p:cNvPr>
          <p:cNvCxnSpPr>
            <a:cxnSpLocks/>
            <a:stCxn id="180" idx="2"/>
            <a:endCxn id="32" idx="0"/>
          </p:cNvCxnSpPr>
          <p:nvPr/>
        </p:nvCxnSpPr>
        <p:spPr>
          <a:xfrm>
            <a:off x="10647526" y="3956888"/>
            <a:ext cx="0" cy="407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266801A3-98EB-C58B-0005-6F6CA33AD513}"/>
              </a:ext>
            </a:extLst>
          </p:cNvPr>
          <p:cNvCxnSpPr>
            <a:cxnSpLocks/>
            <a:stCxn id="32" idx="2"/>
            <a:endCxn id="181" idx="0"/>
          </p:cNvCxnSpPr>
          <p:nvPr/>
        </p:nvCxnSpPr>
        <p:spPr>
          <a:xfrm flipH="1">
            <a:off x="10647525" y="4724858"/>
            <a:ext cx="1" cy="429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88CFF938-6609-16F1-22A5-3F6EA706AF05}"/>
              </a:ext>
            </a:extLst>
          </p:cNvPr>
          <p:cNvCxnSpPr>
            <a:cxnSpLocks/>
            <a:stCxn id="181" idx="2"/>
            <a:endCxn id="31" idx="0"/>
          </p:cNvCxnSpPr>
          <p:nvPr/>
        </p:nvCxnSpPr>
        <p:spPr>
          <a:xfrm>
            <a:off x="10647525" y="5759373"/>
            <a:ext cx="1" cy="4292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B27FFEB3-866A-FEFB-E09D-F79C531AF1DF}"/>
              </a:ext>
            </a:extLst>
          </p:cNvPr>
          <p:cNvSpPr txBox="1"/>
          <p:nvPr/>
        </p:nvSpPr>
        <p:spPr>
          <a:xfrm>
            <a:off x="8704774" y="210646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F54CEB8D-000E-D8E0-40A1-4C4B02EF9B6C}"/>
              </a:ext>
            </a:extLst>
          </p:cNvPr>
          <p:cNvSpPr txBox="1"/>
          <p:nvPr/>
        </p:nvSpPr>
        <p:spPr>
          <a:xfrm>
            <a:off x="7877968" y="24220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7465F8B5-DD3C-2F40-A1BF-EF6C0916ED68}"/>
              </a:ext>
            </a:extLst>
          </p:cNvPr>
          <p:cNvSpPr txBox="1"/>
          <p:nvPr/>
        </p:nvSpPr>
        <p:spPr>
          <a:xfrm>
            <a:off x="11431092" y="6237799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/>
              <a:t>ID_CA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6297B8E9-58CA-A199-2CE3-73B2602343FB}"/>
              </a:ext>
            </a:extLst>
          </p:cNvPr>
          <p:cNvSpPr txBox="1"/>
          <p:nvPr/>
        </p:nvSpPr>
        <p:spPr>
          <a:xfrm>
            <a:off x="9518270" y="241424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(2,n)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43633A81-40EE-9233-B00C-838AC4BBADC3}"/>
              </a:ext>
            </a:extLst>
          </p:cNvPr>
          <p:cNvSpPr txBox="1"/>
          <p:nvPr/>
        </p:nvSpPr>
        <p:spPr>
          <a:xfrm>
            <a:off x="10605221" y="299160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1C135B60-EC9A-3E82-CE59-4F40C2221AC4}"/>
              </a:ext>
            </a:extLst>
          </p:cNvPr>
          <p:cNvSpPr txBox="1"/>
          <p:nvPr/>
        </p:nvSpPr>
        <p:spPr>
          <a:xfrm>
            <a:off x="10647524" y="39499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47691D42-7817-CD7C-0D52-B347E3B1316C}"/>
              </a:ext>
            </a:extLst>
          </p:cNvPr>
          <p:cNvSpPr txBox="1"/>
          <p:nvPr/>
        </p:nvSpPr>
        <p:spPr>
          <a:xfrm>
            <a:off x="11153243" y="349689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80B0016D-7ECE-0D70-ABAD-813C36E23128}"/>
              </a:ext>
            </a:extLst>
          </p:cNvPr>
          <p:cNvSpPr txBox="1"/>
          <p:nvPr/>
        </p:nvSpPr>
        <p:spPr>
          <a:xfrm>
            <a:off x="10709007" y="482505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60565CD3-5829-10AF-75DD-4FBAACCB6E4F}"/>
              </a:ext>
            </a:extLst>
          </p:cNvPr>
          <p:cNvSpPr txBox="1"/>
          <p:nvPr/>
        </p:nvSpPr>
        <p:spPr>
          <a:xfrm>
            <a:off x="10714716" y="579009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C9E35FA5-86BD-B39E-5351-D12434F75B5D}"/>
              </a:ext>
            </a:extLst>
          </p:cNvPr>
          <p:cNvSpPr txBox="1"/>
          <p:nvPr/>
        </p:nvSpPr>
        <p:spPr>
          <a:xfrm>
            <a:off x="11175447" y="528480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205" name="Conector recto de flecha 204">
            <a:extLst>
              <a:ext uri="{FF2B5EF4-FFF2-40B4-BE49-F238E27FC236}">
                <a16:creationId xmlns:a16="http://schemas.microsoft.com/office/drawing/2014/main" id="{F7EC5D2A-181B-3CF2-219B-DFCCFBE0ED5B}"/>
              </a:ext>
            </a:extLst>
          </p:cNvPr>
          <p:cNvCxnSpPr>
            <a:cxnSpLocks/>
            <a:stCxn id="31" idx="3"/>
            <a:endCxn id="197" idx="1"/>
          </p:cNvCxnSpPr>
          <p:nvPr/>
        </p:nvCxnSpPr>
        <p:spPr>
          <a:xfrm>
            <a:off x="11187526" y="6368604"/>
            <a:ext cx="243566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0BDAE946-064E-BC79-BBE1-FCDEDE2CE95F}"/>
              </a:ext>
            </a:extLst>
          </p:cNvPr>
          <p:cNvSpPr txBox="1"/>
          <p:nvPr/>
        </p:nvSpPr>
        <p:spPr>
          <a:xfrm>
            <a:off x="11431092" y="4411462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ID_prov</a:t>
            </a:r>
            <a:endParaRPr lang="es-ES" sz="1100" u="sng" dirty="0"/>
          </a:p>
        </p:txBody>
      </p:sp>
      <p:cxnSp>
        <p:nvCxnSpPr>
          <p:cNvPr id="214" name="Conector recto de flecha 213">
            <a:extLst>
              <a:ext uri="{FF2B5EF4-FFF2-40B4-BE49-F238E27FC236}">
                <a16:creationId xmlns:a16="http://schemas.microsoft.com/office/drawing/2014/main" id="{A480725F-9A62-1BE3-8090-CD027B5950B7}"/>
              </a:ext>
            </a:extLst>
          </p:cNvPr>
          <p:cNvCxnSpPr>
            <a:cxnSpLocks/>
            <a:stCxn id="32" idx="3"/>
            <a:endCxn id="213" idx="1"/>
          </p:cNvCxnSpPr>
          <p:nvPr/>
        </p:nvCxnSpPr>
        <p:spPr>
          <a:xfrm flipV="1">
            <a:off x="11187526" y="4542267"/>
            <a:ext cx="243566" cy="259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9451B532-404B-94DE-87AB-1D8ABDFAD4AD}"/>
              </a:ext>
            </a:extLst>
          </p:cNvPr>
          <p:cNvSpPr txBox="1"/>
          <p:nvPr/>
        </p:nvSpPr>
        <p:spPr>
          <a:xfrm>
            <a:off x="8977173" y="623779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Nom_CA</a:t>
            </a:r>
            <a:endParaRPr lang="es-ES" sz="1100" dirty="0"/>
          </a:p>
        </p:txBody>
      </p:sp>
      <p:cxnSp>
        <p:nvCxnSpPr>
          <p:cNvPr id="221" name="Conector recto de flecha 220">
            <a:extLst>
              <a:ext uri="{FF2B5EF4-FFF2-40B4-BE49-F238E27FC236}">
                <a16:creationId xmlns:a16="http://schemas.microsoft.com/office/drawing/2014/main" id="{A79EE8A1-6B4A-8227-EFC7-0A0AC061AF2C}"/>
              </a:ext>
            </a:extLst>
          </p:cNvPr>
          <p:cNvCxnSpPr>
            <a:cxnSpLocks/>
            <a:stCxn id="31" idx="1"/>
            <a:endCxn id="219" idx="3"/>
          </p:cNvCxnSpPr>
          <p:nvPr/>
        </p:nvCxnSpPr>
        <p:spPr>
          <a:xfrm flipH="1">
            <a:off x="9760741" y="6368604"/>
            <a:ext cx="346785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76D5D9AB-DFB2-53C6-EE07-C7936A341648}"/>
              </a:ext>
            </a:extLst>
          </p:cNvPr>
          <p:cNvSpPr txBox="1"/>
          <p:nvPr/>
        </p:nvSpPr>
        <p:spPr>
          <a:xfrm>
            <a:off x="8977173" y="4411462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Nom_prov</a:t>
            </a:r>
            <a:endParaRPr lang="es-ES" sz="1100" dirty="0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8E43DD83-1B7B-C0FA-4367-F7990D791836}"/>
              </a:ext>
            </a:extLst>
          </p:cNvPr>
          <p:cNvCxnSpPr>
            <a:cxnSpLocks/>
            <a:stCxn id="32" idx="1"/>
            <a:endCxn id="228" idx="3"/>
          </p:cNvCxnSpPr>
          <p:nvPr/>
        </p:nvCxnSpPr>
        <p:spPr>
          <a:xfrm flipH="1" flipV="1">
            <a:off x="9910054" y="4542267"/>
            <a:ext cx="197472" cy="259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ector recto de flecha 244">
            <a:extLst>
              <a:ext uri="{FF2B5EF4-FFF2-40B4-BE49-F238E27FC236}">
                <a16:creationId xmlns:a16="http://schemas.microsoft.com/office/drawing/2014/main" id="{5A3CBF3B-CD85-FECE-BBCE-4AA3751DDE95}"/>
              </a:ext>
            </a:extLst>
          </p:cNvPr>
          <p:cNvCxnSpPr>
            <a:cxnSpLocks/>
          </p:cNvCxnSpPr>
          <p:nvPr/>
        </p:nvCxnSpPr>
        <p:spPr>
          <a:xfrm>
            <a:off x="9201536" y="2909605"/>
            <a:ext cx="108055" cy="1405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65AC5B1A-607D-2436-81DE-0565B2393788}"/>
              </a:ext>
            </a:extLst>
          </p:cNvPr>
          <p:cNvSpPr txBox="1"/>
          <p:nvPr/>
        </p:nvSpPr>
        <p:spPr>
          <a:xfrm>
            <a:off x="9164239" y="3027868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</a:t>
            </a:r>
            <a:endParaRPr lang="es-ES" sz="1100" dirty="0"/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BE3B8331-F343-C069-2F00-F14479149242}"/>
              </a:ext>
            </a:extLst>
          </p:cNvPr>
          <p:cNvSpPr txBox="1"/>
          <p:nvPr/>
        </p:nvSpPr>
        <p:spPr>
          <a:xfrm>
            <a:off x="6374855" y="160407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CC2FDB7D-238C-9B8A-333D-CFB4131628F8}"/>
              </a:ext>
            </a:extLst>
          </p:cNvPr>
          <p:cNvSpPr txBox="1"/>
          <p:nvPr/>
        </p:nvSpPr>
        <p:spPr>
          <a:xfrm>
            <a:off x="6174290" y="80774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56ADDE16-6750-A7E4-75F3-0BFBDB36785C}"/>
              </a:ext>
            </a:extLst>
          </p:cNvPr>
          <p:cNvSpPr txBox="1"/>
          <p:nvPr/>
        </p:nvSpPr>
        <p:spPr>
          <a:xfrm>
            <a:off x="5850270" y="113256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DB163F54-2C44-C5B4-CDBA-B3641899C323}"/>
              </a:ext>
            </a:extLst>
          </p:cNvPr>
          <p:cNvSpPr txBox="1"/>
          <p:nvPr/>
        </p:nvSpPr>
        <p:spPr>
          <a:xfrm>
            <a:off x="6367854" y="453169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174FC66E-2875-33BD-A49C-0FE137184E48}"/>
              </a:ext>
            </a:extLst>
          </p:cNvPr>
          <p:cNvSpPr txBox="1"/>
          <p:nvPr/>
        </p:nvSpPr>
        <p:spPr>
          <a:xfrm>
            <a:off x="6543409" y="37231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DEF24BB0-66D3-3CA3-D2EA-2E9ACB9069D7}"/>
              </a:ext>
            </a:extLst>
          </p:cNvPr>
          <p:cNvSpPr txBox="1"/>
          <p:nvPr/>
        </p:nvSpPr>
        <p:spPr>
          <a:xfrm>
            <a:off x="6090224" y="41966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D54BEE11-F661-248A-A58D-4976797072BE}"/>
              </a:ext>
            </a:extLst>
          </p:cNvPr>
          <p:cNvSpPr txBox="1"/>
          <p:nvPr/>
        </p:nvSpPr>
        <p:spPr>
          <a:xfrm>
            <a:off x="6102681" y="244257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742359E7-BF42-F753-1D47-52701A52FE62}"/>
              </a:ext>
            </a:extLst>
          </p:cNvPr>
          <p:cNvSpPr txBox="1"/>
          <p:nvPr/>
        </p:nvSpPr>
        <p:spPr>
          <a:xfrm>
            <a:off x="4237454" y="242387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74EF674-67C5-9D1A-5C1B-2FB9F3A4663A}"/>
              </a:ext>
            </a:extLst>
          </p:cNvPr>
          <p:cNvSpPr txBox="1"/>
          <p:nvPr/>
        </p:nvSpPr>
        <p:spPr>
          <a:xfrm>
            <a:off x="5076489" y="213479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23563858-9C20-1F31-51D1-15A975FB501A}"/>
              </a:ext>
            </a:extLst>
          </p:cNvPr>
          <p:cNvSpPr txBox="1"/>
          <p:nvPr/>
        </p:nvSpPr>
        <p:spPr>
          <a:xfrm>
            <a:off x="3014798" y="42911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FE9F6620-F3BB-8A85-2911-F21FE0C60DBE}"/>
              </a:ext>
            </a:extLst>
          </p:cNvPr>
          <p:cNvSpPr txBox="1"/>
          <p:nvPr/>
        </p:nvSpPr>
        <p:spPr>
          <a:xfrm>
            <a:off x="2590282" y="38069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F31CD7D6-7C66-38E1-14DF-DFE4B9510677}"/>
              </a:ext>
            </a:extLst>
          </p:cNvPr>
          <p:cNvSpPr txBox="1"/>
          <p:nvPr/>
        </p:nvSpPr>
        <p:spPr>
          <a:xfrm>
            <a:off x="3063271" y="344244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5DACB624-6AFF-5CF9-B94D-668879383558}"/>
              </a:ext>
            </a:extLst>
          </p:cNvPr>
          <p:cNvSpPr txBox="1"/>
          <p:nvPr/>
        </p:nvSpPr>
        <p:spPr>
          <a:xfrm>
            <a:off x="2896300" y="87740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60BE5C14-9C63-194D-7DF1-F3F15DD28886}"/>
              </a:ext>
            </a:extLst>
          </p:cNvPr>
          <p:cNvSpPr txBox="1"/>
          <p:nvPr/>
        </p:nvSpPr>
        <p:spPr>
          <a:xfrm>
            <a:off x="3047825" y="184737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40D02745-4275-8405-1005-DB62EBFB2697}"/>
              </a:ext>
            </a:extLst>
          </p:cNvPr>
          <p:cNvSpPr txBox="1"/>
          <p:nvPr/>
        </p:nvSpPr>
        <p:spPr>
          <a:xfrm>
            <a:off x="2518193" y="14050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3" name="CuadroTexto 272">
            <a:extLst>
              <a:ext uri="{FF2B5EF4-FFF2-40B4-BE49-F238E27FC236}">
                <a16:creationId xmlns:a16="http://schemas.microsoft.com/office/drawing/2014/main" id="{DCEFA1FF-67FF-CA92-4A02-A93CB1ACB231}"/>
              </a:ext>
            </a:extLst>
          </p:cNvPr>
          <p:cNvSpPr txBox="1"/>
          <p:nvPr/>
        </p:nvSpPr>
        <p:spPr>
          <a:xfrm>
            <a:off x="427289" y="141258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4" name="CuadroTexto 273">
            <a:extLst>
              <a:ext uri="{FF2B5EF4-FFF2-40B4-BE49-F238E27FC236}">
                <a16:creationId xmlns:a16="http://schemas.microsoft.com/office/drawing/2014/main" id="{6DCA3C14-A2C0-7B6F-BB4E-FD946BE1D230}"/>
              </a:ext>
            </a:extLst>
          </p:cNvPr>
          <p:cNvSpPr txBox="1"/>
          <p:nvPr/>
        </p:nvSpPr>
        <p:spPr>
          <a:xfrm>
            <a:off x="2002983" y="56244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5" name="CuadroTexto 274">
            <a:extLst>
              <a:ext uri="{FF2B5EF4-FFF2-40B4-BE49-F238E27FC236}">
                <a16:creationId xmlns:a16="http://schemas.microsoft.com/office/drawing/2014/main" id="{A1211219-985E-89F4-9EFE-F56172DFAE75}"/>
              </a:ext>
            </a:extLst>
          </p:cNvPr>
          <p:cNvSpPr txBox="1"/>
          <p:nvPr/>
        </p:nvSpPr>
        <p:spPr>
          <a:xfrm>
            <a:off x="1086048" y="56244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76" name="CuadroTexto 275">
            <a:extLst>
              <a:ext uri="{FF2B5EF4-FFF2-40B4-BE49-F238E27FC236}">
                <a16:creationId xmlns:a16="http://schemas.microsoft.com/office/drawing/2014/main" id="{68F7BB4D-3213-3882-71AA-F3C9382FB9EB}"/>
              </a:ext>
            </a:extLst>
          </p:cNvPr>
          <p:cNvSpPr txBox="1"/>
          <p:nvPr/>
        </p:nvSpPr>
        <p:spPr>
          <a:xfrm>
            <a:off x="2297862" y="243969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693D0D61-03E6-D6DA-2B82-4FFF579AAB19}"/>
              </a:ext>
            </a:extLst>
          </p:cNvPr>
          <p:cNvSpPr txBox="1"/>
          <p:nvPr/>
        </p:nvSpPr>
        <p:spPr>
          <a:xfrm>
            <a:off x="767462" y="256300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0922E3AA-0780-E800-FA91-7CD2E8D4094F}"/>
              </a:ext>
            </a:extLst>
          </p:cNvPr>
          <p:cNvSpPr txBox="1"/>
          <p:nvPr/>
        </p:nvSpPr>
        <p:spPr>
          <a:xfrm>
            <a:off x="1589305" y="21142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A3E7E8CA-393C-2FD4-6D5C-66FFF789D110}"/>
              </a:ext>
            </a:extLst>
          </p:cNvPr>
          <p:cNvSpPr txBox="1"/>
          <p:nvPr/>
        </p:nvSpPr>
        <p:spPr>
          <a:xfrm>
            <a:off x="11431091" y="25860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ID_node</a:t>
            </a:r>
            <a:endParaRPr lang="es-ES" sz="1100" u="sng" dirty="0"/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DAD0736D-0899-4F10-3A2B-5BF45533116E}"/>
              </a:ext>
            </a:extLst>
          </p:cNvPr>
          <p:cNvCxnSpPr>
            <a:cxnSpLocks/>
            <a:stCxn id="26" idx="3"/>
            <a:endCxn id="279" idx="1"/>
          </p:cNvCxnSpPr>
          <p:nvPr/>
        </p:nvCxnSpPr>
        <p:spPr>
          <a:xfrm flipV="1">
            <a:off x="11187526" y="2716888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83C07B69-B3E6-D108-1C24-DDD47FF8A76F}"/>
              </a:ext>
            </a:extLst>
          </p:cNvPr>
          <p:cNvSpPr txBox="1"/>
          <p:nvPr/>
        </p:nvSpPr>
        <p:spPr>
          <a:xfrm>
            <a:off x="4058526" y="48622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ID_NiCo</a:t>
            </a:r>
            <a:endParaRPr lang="es-ES" sz="1100" u="sng" dirty="0"/>
          </a:p>
        </p:txBody>
      </p:sp>
      <p:cxnSp>
        <p:nvCxnSpPr>
          <p:cNvPr id="284" name="Conector recto de flecha 283">
            <a:extLst>
              <a:ext uri="{FF2B5EF4-FFF2-40B4-BE49-F238E27FC236}">
                <a16:creationId xmlns:a16="http://schemas.microsoft.com/office/drawing/2014/main" id="{E4193D97-2FFA-541D-CAD8-8FD25109EB9E}"/>
              </a:ext>
            </a:extLst>
          </p:cNvPr>
          <p:cNvCxnSpPr>
            <a:cxnSpLocks/>
            <a:endCxn id="283" idx="1"/>
          </p:cNvCxnSpPr>
          <p:nvPr/>
        </p:nvCxnSpPr>
        <p:spPr>
          <a:xfrm flipV="1">
            <a:off x="3814961" y="617033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ector recto de flecha 284">
            <a:extLst>
              <a:ext uri="{FF2B5EF4-FFF2-40B4-BE49-F238E27FC236}">
                <a16:creationId xmlns:a16="http://schemas.microsoft.com/office/drawing/2014/main" id="{3118BB34-A61A-BA25-8661-73A13E512744}"/>
              </a:ext>
            </a:extLst>
          </p:cNvPr>
          <p:cNvCxnSpPr>
            <a:cxnSpLocks/>
          </p:cNvCxnSpPr>
          <p:nvPr/>
        </p:nvCxnSpPr>
        <p:spPr>
          <a:xfrm flipV="1">
            <a:off x="3788484" y="341745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de flecha 286">
            <a:extLst>
              <a:ext uri="{FF2B5EF4-FFF2-40B4-BE49-F238E27FC236}">
                <a16:creationId xmlns:a16="http://schemas.microsoft.com/office/drawing/2014/main" id="{1D02D531-77B5-996C-C954-0E65416DE740}"/>
              </a:ext>
            </a:extLst>
          </p:cNvPr>
          <p:cNvCxnSpPr>
            <a:cxnSpLocks/>
          </p:cNvCxnSpPr>
          <p:nvPr/>
        </p:nvCxnSpPr>
        <p:spPr>
          <a:xfrm flipV="1">
            <a:off x="3442119" y="340304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E4782E86-9D79-D9E0-3896-54218A0D6FCB}"/>
              </a:ext>
            </a:extLst>
          </p:cNvPr>
          <p:cNvSpPr txBox="1"/>
          <p:nvPr/>
        </p:nvSpPr>
        <p:spPr>
          <a:xfrm>
            <a:off x="3642924" y="8615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Color</a:t>
            </a:r>
          </a:p>
        </p:txBody>
      </p: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99684FCC-DF8A-1DA9-7099-C976D5C0E981}"/>
              </a:ext>
            </a:extLst>
          </p:cNvPr>
          <p:cNvSpPr txBox="1"/>
          <p:nvPr/>
        </p:nvSpPr>
        <p:spPr>
          <a:xfrm>
            <a:off x="3066509" y="71523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Nivell</a:t>
            </a:r>
            <a:endParaRPr lang="es-ES" sz="1100" dirty="0"/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98347FC8-D28F-B603-D08E-D690C50E2997}"/>
              </a:ext>
            </a:extLst>
          </p:cNvPr>
          <p:cNvSpPr txBox="1"/>
          <p:nvPr/>
        </p:nvSpPr>
        <p:spPr>
          <a:xfrm>
            <a:off x="1396244" y="1879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ID_Tit</a:t>
            </a:r>
            <a:endParaRPr lang="es-ES" sz="1100" u="sng" dirty="0"/>
          </a:p>
        </p:txBody>
      </p:sp>
      <p:cxnSp>
        <p:nvCxnSpPr>
          <p:cNvPr id="292" name="Conector recto de flecha 291">
            <a:extLst>
              <a:ext uri="{FF2B5EF4-FFF2-40B4-BE49-F238E27FC236}">
                <a16:creationId xmlns:a16="http://schemas.microsoft.com/office/drawing/2014/main" id="{5C39B428-CEBA-D820-004C-06425D2C12F1}"/>
              </a:ext>
            </a:extLst>
          </p:cNvPr>
          <p:cNvCxnSpPr>
            <a:cxnSpLocks/>
            <a:stCxn id="33" idx="3"/>
            <a:endCxn id="291" idx="1"/>
          </p:cNvCxnSpPr>
          <p:nvPr/>
        </p:nvCxnSpPr>
        <p:spPr>
          <a:xfrm flipV="1">
            <a:off x="1200417" y="2010773"/>
            <a:ext cx="195827" cy="22347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de flecha 295">
            <a:extLst>
              <a:ext uri="{FF2B5EF4-FFF2-40B4-BE49-F238E27FC236}">
                <a16:creationId xmlns:a16="http://schemas.microsoft.com/office/drawing/2014/main" id="{5ED85B68-A561-AE42-24AB-AE7EF7E940A7}"/>
              </a:ext>
            </a:extLst>
          </p:cNvPr>
          <p:cNvCxnSpPr>
            <a:cxnSpLocks/>
          </p:cNvCxnSpPr>
          <p:nvPr/>
        </p:nvCxnSpPr>
        <p:spPr>
          <a:xfrm flipV="1">
            <a:off x="375610" y="1962120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C3CC4422-955F-13DA-169C-A0C74E4FCC98}"/>
              </a:ext>
            </a:extLst>
          </p:cNvPr>
          <p:cNvSpPr txBox="1"/>
          <p:nvPr/>
        </p:nvSpPr>
        <p:spPr>
          <a:xfrm>
            <a:off x="62241" y="173856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Nom_tit</a:t>
            </a:r>
            <a:endParaRPr lang="es-ES" sz="1100" dirty="0"/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1D2B340F-64D0-3F1A-441A-91BD91DEFB7C}"/>
              </a:ext>
            </a:extLst>
          </p:cNvPr>
          <p:cNvSpPr txBox="1"/>
          <p:nvPr/>
        </p:nvSpPr>
        <p:spPr>
          <a:xfrm>
            <a:off x="3181518" y="5153183"/>
            <a:ext cx="721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ID_Tipus</a:t>
            </a:r>
            <a:endParaRPr lang="es-ES" sz="1100" u="sng" dirty="0"/>
          </a:p>
        </p:txBody>
      </p:sp>
      <p:cxnSp>
        <p:nvCxnSpPr>
          <p:cNvPr id="299" name="Conector recto de flecha 298">
            <a:extLst>
              <a:ext uri="{FF2B5EF4-FFF2-40B4-BE49-F238E27FC236}">
                <a16:creationId xmlns:a16="http://schemas.microsoft.com/office/drawing/2014/main" id="{E6DB3FCB-99F6-28DF-3721-C6A949F7C22A}"/>
              </a:ext>
            </a:extLst>
          </p:cNvPr>
          <p:cNvCxnSpPr>
            <a:cxnSpLocks/>
            <a:stCxn id="20" idx="2"/>
            <a:endCxn id="298" idx="0"/>
          </p:cNvCxnSpPr>
          <p:nvPr/>
        </p:nvCxnSpPr>
        <p:spPr>
          <a:xfrm flipH="1">
            <a:off x="3542501" y="5005051"/>
            <a:ext cx="1" cy="14813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de flecha 307">
            <a:extLst>
              <a:ext uri="{FF2B5EF4-FFF2-40B4-BE49-F238E27FC236}">
                <a16:creationId xmlns:a16="http://schemas.microsoft.com/office/drawing/2014/main" id="{B953DF7F-7D61-7EEE-1EE4-BDA0211252BA}"/>
              </a:ext>
            </a:extLst>
          </p:cNvPr>
          <p:cNvCxnSpPr>
            <a:cxnSpLocks/>
            <a:stCxn id="20" idx="1"/>
            <a:endCxn id="309" idx="3"/>
          </p:cNvCxnSpPr>
          <p:nvPr/>
        </p:nvCxnSpPr>
        <p:spPr>
          <a:xfrm flipH="1">
            <a:off x="2796475" y="4825051"/>
            <a:ext cx="206027" cy="928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5F7A4480-B1FC-0C1E-0DC6-912D25356593}"/>
              </a:ext>
            </a:extLst>
          </p:cNvPr>
          <p:cNvSpPr txBox="1"/>
          <p:nvPr/>
        </p:nvSpPr>
        <p:spPr>
          <a:xfrm>
            <a:off x="1889942" y="4703529"/>
            <a:ext cx="906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Nom_tipus</a:t>
            </a:r>
            <a:endParaRPr lang="es-ES" sz="1100" dirty="0"/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AA1145D-78D0-CCA5-F04B-294B2936D899}"/>
              </a:ext>
            </a:extLst>
          </p:cNvPr>
          <p:cNvSpPr txBox="1"/>
          <p:nvPr/>
        </p:nvSpPr>
        <p:spPr>
          <a:xfrm rot="19520964">
            <a:off x="3629459" y="2040395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ID_car</a:t>
            </a:r>
            <a:endParaRPr lang="es-ES" sz="1000" u="sng" dirty="0"/>
          </a:p>
        </p:txBody>
      </p:sp>
      <p:cxnSp>
        <p:nvCxnSpPr>
          <p:cNvPr id="314" name="Conector recto de flecha 313">
            <a:extLst>
              <a:ext uri="{FF2B5EF4-FFF2-40B4-BE49-F238E27FC236}">
                <a16:creationId xmlns:a16="http://schemas.microsoft.com/office/drawing/2014/main" id="{5F05AB3A-1BA2-252F-ECB1-85933963DE89}"/>
              </a:ext>
            </a:extLst>
          </p:cNvPr>
          <p:cNvCxnSpPr>
            <a:cxnSpLocks/>
          </p:cNvCxnSpPr>
          <p:nvPr/>
        </p:nvCxnSpPr>
        <p:spPr>
          <a:xfrm flipV="1">
            <a:off x="3863738" y="2422004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ector recto de flecha 330">
            <a:extLst>
              <a:ext uri="{FF2B5EF4-FFF2-40B4-BE49-F238E27FC236}">
                <a16:creationId xmlns:a16="http://schemas.microsoft.com/office/drawing/2014/main" id="{D0A0301B-C922-6709-599B-310B09673314}"/>
              </a:ext>
            </a:extLst>
          </p:cNvPr>
          <p:cNvCxnSpPr>
            <a:cxnSpLocks/>
          </p:cNvCxnSpPr>
          <p:nvPr/>
        </p:nvCxnSpPr>
        <p:spPr>
          <a:xfrm flipV="1">
            <a:off x="4115430" y="2410112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8402174F-C353-55D0-9F66-6BAA97214628}"/>
              </a:ext>
            </a:extLst>
          </p:cNvPr>
          <p:cNvSpPr txBox="1"/>
          <p:nvPr/>
        </p:nvSpPr>
        <p:spPr>
          <a:xfrm rot="19520964">
            <a:off x="3967598" y="204753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</a:t>
            </a:r>
            <a:endParaRPr lang="es-ES" sz="1000" dirty="0"/>
          </a:p>
        </p:txBody>
      </p: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5B2B7043-3BE0-5BB9-D0AE-7D829D82F91A}"/>
              </a:ext>
            </a:extLst>
          </p:cNvPr>
          <p:cNvCxnSpPr>
            <a:cxnSpLocks/>
          </p:cNvCxnSpPr>
          <p:nvPr/>
        </p:nvCxnSpPr>
        <p:spPr>
          <a:xfrm flipV="1">
            <a:off x="3242179" y="244257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BF9B2D5E-8427-B740-5269-CF8F4ADDADBB}"/>
              </a:ext>
            </a:extLst>
          </p:cNvPr>
          <p:cNvSpPr txBox="1"/>
          <p:nvPr/>
        </p:nvSpPr>
        <p:spPr>
          <a:xfrm rot="19520964">
            <a:off x="3030375" y="208873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Accés</a:t>
            </a:r>
            <a:endParaRPr lang="es-ES" sz="1000" dirty="0"/>
          </a:p>
        </p:txBody>
      </p:sp>
      <p:cxnSp>
        <p:nvCxnSpPr>
          <p:cNvPr id="339" name="Conector recto de flecha 338">
            <a:extLst>
              <a:ext uri="{FF2B5EF4-FFF2-40B4-BE49-F238E27FC236}">
                <a16:creationId xmlns:a16="http://schemas.microsoft.com/office/drawing/2014/main" id="{CDA511A5-B995-1334-8634-D7A8839FCCF5}"/>
              </a:ext>
            </a:extLst>
          </p:cNvPr>
          <p:cNvCxnSpPr>
            <a:cxnSpLocks/>
          </p:cNvCxnSpPr>
          <p:nvPr/>
        </p:nvCxnSpPr>
        <p:spPr>
          <a:xfrm flipV="1">
            <a:off x="2927849" y="2435433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A45322E7-06DE-1555-FDFE-7B26060E5314}"/>
              </a:ext>
            </a:extLst>
          </p:cNvPr>
          <p:cNvSpPr txBox="1"/>
          <p:nvPr/>
        </p:nvSpPr>
        <p:spPr>
          <a:xfrm rot="19520964">
            <a:off x="2731007" y="2093562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Doble</a:t>
            </a:r>
          </a:p>
        </p:txBody>
      </p:sp>
      <p:cxnSp>
        <p:nvCxnSpPr>
          <p:cNvPr id="341" name="Conector recto de flecha 340">
            <a:extLst>
              <a:ext uri="{FF2B5EF4-FFF2-40B4-BE49-F238E27FC236}">
                <a16:creationId xmlns:a16="http://schemas.microsoft.com/office/drawing/2014/main" id="{06048FA9-37E8-0E31-3B65-14BC0C5A4926}"/>
              </a:ext>
            </a:extLst>
          </p:cNvPr>
          <p:cNvCxnSpPr>
            <a:cxnSpLocks/>
          </p:cNvCxnSpPr>
          <p:nvPr/>
        </p:nvCxnSpPr>
        <p:spPr>
          <a:xfrm>
            <a:off x="3387436" y="2830120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95AA834-AAEA-FE9D-4525-E32522A545AF}"/>
              </a:ext>
            </a:extLst>
          </p:cNvPr>
          <p:cNvSpPr txBox="1"/>
          <p:nvPr/>
        </p:nvSpPr>
        <p:spPr>
          <a:xfrm rot="19520964">
            <a:off x="2933209" y="298095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Senyal</a:t>
            </a:r>
            <a:endParaRPr lang="es-ES" sz="1000" dirty="0"/>
          </a:p>
        </p:txBody>
      </p:sp>
      <p:cxnSp>
        <p:nvCxnSpPr>
          <p:cNvPr id="344" name="Conector recto de flecha 343">
            <a:extLst>
              <a:ext uri="{FF2B5EF4-FFF2-40B4-BE49-F238E27FC236}">
                <a16:creationId xmlns:a16="http://schemas.microsoft.com/office/drawing/2014/main" id="{DED81DD2-9C64-A3EF-186B-3A346B7F7624}"/>
              </a:ext>
            </a:extLst>
          </p:cNvPr>
          <p:cNvCxnSpPr>
            <a:cxnSpLocks/>
          </p:cNvCxnSpPr>
          <p:nvPr/>
        </p:nvCxnSpPr>
        <p:spPr>
          <a:xfrm>
            <a:off x="4180133" y="2830742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de flecha 344">
            <a:extLst>
              <a:ext uri="{FF2B5EF4-FFF2-40B4-BE49-F238E27FC236}">
                <a16:creationId xmlns:a16="http://schemas.microsoft.com/office/drawing/2014/main" id="{964DC4E5-0633-DF27-8F06-383B1EE9634F}"/>
              </a:ext>
            </a:extLst>
          </p:cNvPr>
          <p:cNvCxnSpPr>
            <a:cxnSpLocks/>
          </p:cNvCxnSpPr>
          <p:nvPr/>
        </p:nvCxnSpPr>
        <p:spPr>
          <a:xfrm>
            <a:off x="3898702" y="2822321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7FD24E85-14DA-912F-2CCF-009C4A7DA1DB}"/>
              </a:ext>
            </a:extLst>
          </p:cNvPr>
          <p:cNvSpPr txBox="1"/>
          <p:nvPr/>
        </p:nvSpPr>
        <p:spPr>
          <a:xfrm rot="19520964">
            <a:off x="3504576" y="2956120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Prefix</a:t>
            </a:r>
            <a:endParaRPr lang="es-ES" sz="1000" dirty="0"/>
          </a:p>
        </p:txBody>
      </p:sp>
      <p:sp>
        <p:nvSpPr>
          <p:cNvPr id="347" name="CuadroTexto 346">
            <a:extLst>
              <a:ext uri="{FF2B5EF4-FFF2-40B4-BE49-F238E27FC236}">
                <a16:creationId xmlns:a16="http://schemas.microsoft.com/office/drawing/2014/main" id="{EE302780-D71C-A045-33CB-01E845C82D55}"/>
              </a:ext>
            </a:extLst>
          </p:cNvPr>
          <p:cNvSpPr txBox="1"/>
          <p:nvPr/>
        </p:nvSpPr>
        <p:spPr>
          <a:xfrm rot="19520964">
            <a:off x="3875147" y="2921973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r>
              <a:rPr lang="es-ES" sz="1000" dirty="0"/>
              <a:t>.</a:t>
            </a:r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B51AFCF6-5291-448D-88A8-8E9ADB3ED89D}"/>
              </a:ext>
            </a:extLst>
          </p:cNvPr>
          <p:cNvSpPr txBox="1"/>
          <p:nvPr/>
        </p:nvSpPr>
        <p:spPr>
          <a:xfrm>
            <a:off x="5021222" y="45273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ID_entorn</a:t>
            </a:r>
            <a:endParaRPr lang="es-ES" sz="1100" u="sng" dirty="0"/>
          </a:p>
        </p:txBody>
      </p:sp>
      <p:cxnSp>
        <p:nvCxnSpPr>
          <p:cNvPr id="349" name="Conector recto de flecha 348">
            <a:extLst>
              <a:ext uri="{FF2B5EF4-FFF2-40B4-BE49-F238E27FC236}">
                <a16:creationId xmlns:a16="http://schemas.microsoft.com/office/drawing/2014/main" id="{DF55F338-09CD-6CE0-194F-AC871F9063AC}"/>
              </a:ext>
            </a:extLst>
          </p:cNvPr>
          <p:cNvCxnSpPr>
            <a:cxnSpLocks/>
            <a:stCxn id="28" idx="1"/>
            <a:endCxn id="348" idx="3"/>
          </p:cNvCxnSpPr>
          <p:nvPr/>
        </p:nvCxnSpPr>
        <p:spPr>
          <a:xfrm flipH="1">
            <a:off x="5827710" y="58354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de flecha 355">
            <a:extLst>
              <a:ext uri="{FF2B5EF4-FFF2-40B4-BE49-F238E27FC236}">
                <a16:creationId xmlns:a16="http://schemas.microsoft.com/office/drawing/2014/main" id="{A92A4F20-6FDA-9FDF-AE50-B090D549741E}"/>
              </a:ext>
            </a:extLst>
          </p:cNvPr>
          <p:cNvCxnSpPr>
            <a:cxnSpLocks/>
            <a:endCxn id="357" idx="2"/>
          </p:cNvCxnSpPr>
          <p:nvPr/>
        </p:nvCxnSpPr>
        <p:spPr>
          <a:xfrm flipV="1">
            <a:off x="6293792" y="234213"/>
            <a:ext cx="0" cy="15087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91F5488D-DF89-2D1B-F398-953D3D972E8E}"/>
              </a:ext>
            </a:extLst>
          </p:cNvPr>
          <p:cNvSpPr txBox="1"/>
          <p:nvPr/>
        </p:nvSpPr>
        <p:spPr>
          <a:xfrm>
            <a:off x="6046554" y="-27397"/>
            <a:ext cx="49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C888D0C9-E2EF-C983-F694-329951684E6E}"/>
              </a:ext>
            </a:extLst>
          </p:cNvPr>
          <p:cNvSpPr txBox="1"/>
          <p:nvPr/>
        </p:nvSpPr>
        <p:spPr>
          <a:xfrm>
            <a:off x="5098951" y="496976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ID_Terr</a:t>
            </a:r>
            <a:endParaRPr lang="es-ES" sz="1100" u="sng" dirty="0"/>
          </a:p>
        </p:txBody>
      </p: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76372B5D-96C8-4DE2-4D10-95E1E15390B4}"/>
              </a:ext>
            </a:extLst>
          </p:cNvPr>
          <p:cNvCxnSpPr>
            <a:cxnSpLocks/>
            <a:endCxn id="362" idx="3"/>
          </p:cNvCxnSpPr>
          <p:nvPr/>
        </p:nvCxnSpPr>
        <p:spPr>
          <a:xfrm flipH="1">
            <a:off x="5905439" y="510057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F93CF46A-3983-23CC-C80E-2D302E992DF4}"/>
              </a:ext>
            </a:extLst>
          </p:cNvPr>
          <p:cNvCxnSpPr>
            <a:cxnSpLocks/>
            <a:endCxn id="365" idx="2"/>
          </p:cNvCxnSpPr>
          <p:nvPr/>
        </p:nvCxnSpPr>
        <p:spPr>
          <a:xfrm flipV="1">
            <a:off x="6164851" y="4793082"/>
            <a:ext cx="0" cy="15087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2F788FCE-F7D5-52AB-4886-911CF51A85F1}"/>
              </a:ext>
            </a:extLst>
          </p:cNvPr>
          <p:cNvSpPr txBox="1"/>
          <p:nvPr/>
        </p:nvSpPr>
        <p:spPr>
          <a:xfrm>
            <a:off x="5917613" y="4531472"/>
            <a:ext cx="49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368" name="CuadroTexto 367">
            <a:extLst>
              <a:ext uri="{FF2B5EF4-FFF2-40B4-BE49-F238E27FC236}">
                <a16:creationId xmlns:a16="http://schemas.microsoft.com/office/drawing/2014/main" id="{4E944B54-2756-03F0-BF90-F8D56A77C78F}"/>
              </a:ext>
            </a:extLst>
          </p:cNvPr>
          <p:cNvSpPr txBox="1"/>
          <p:nvPr/>
        </p:nvSpPr>
        <p:spPr>
          <a:xfrm rot="19520964">
            <a:off x="7168535" y="204910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ID_tram</a:t>
            </a:r>
            <a:endParaRPr lang="es-ES" sz="1000" u="sng" dirty="0"/>
          </a:p>
        </p:txBody>
      </p: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8BBD04D5-250A-567A-9F56-D2B83D8C29B2}"/>
              </a:ext>
            </a:extLst>
          </p:cNvPr>
          <p:cNvCxnSpPr>
            <a:cxnSpLocks/>
          </p:cNvCxnSpPr>
          <p:nvPr/>
        </p:nvCxnSpPr>
        <p:spPr>
          <a:xfrm flipV="1">
            <a:off x="7402814" y="2430717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de flecha 369">
            <a:extLst>
              <a:ext uri="{FF2B5EF4-FFF2-40B4-BE49-F238E27FC236}">
                <a16:creationId xmlns:a16="http://schemas.microsoft.com/office/drawing/2014/main" id="{141FD20D-7C8D-C087-E103-0EADB1E3FD2B}"/>
              </a:ext>
            </a:extLst>
          </p:cNvPr>
          <p:cNvCxnSpPr>
            <a:cxnSpLocks/>
          </p:cNvCxnSpPr>
          <p:nvPr/>
        </p:nvCxnSpPr>
        <p:spPr>
          <a:xfrm flipV="1">
            <a:off x="7723563" y="2443164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CuadroTexto 370">
            <a:extLst>
              <a:ext uri="{FF2B5EF4-FFF2-40B4-BE49-F238E27FC236}">
                <a16:creationId xmlns:a16="http://schemas.microsoft.com/office/drawing/2014/main" id="{9013E947-FCE5-0066-EB8C-E9D340229B91}"/>
              </a:ext>
            </a:extLst>
          </p:cNvPr>
          <p:cNvSpPr txBox="1"/>
          <p:nvPr/>
        </p:nvSpPr>
        <p:spPr>
          <a:xfrm rot="19520964">
            <a:off x="7562076" y="2012477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Num_carrils</a:t>
            </a:r>
            <a:endParaRPr lang="es-ES" sz="1000" dirty="0"/>
          </a:p>
        </p:txBody>
      </p:sp>
      <p:cxnSp>
        <p:nvCxnSpPr>
          <p:cNvPr id="372" name="Conector recto de flecha 371">
            <a:extLst>
              <a:ext uri="{FF2B5EF4-FFF2-40B4-BE49-F238E27FC236}">
                <a16:creationId xmlns:a16="http://schemas.microsoft.com/office/drawing/2014/main" id="{186C4440-83F6-DD3E-3DC7-E5A9E57121B0}"/>
              </a:ext>
            </a:extLst>
          </p:cNvPr>
          <p:cNvCxnSpPr>
            <a:cxnSpLocks/>
          </p:cNvCxnSpPr>
          <p:nvPr/>
        </p:nvCxnSpPr>
        <p:spPr>
          <a:xfrm flipV="1">
            <a:off x="7067007" y="2442576"/>
            <a:ext cx="0" cy="12479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CuadroTexto 372">
            <a:extLst>
              <a:ext uri="{FF2B5EF4-FFF2-40B4-BE49-F238E27FC236}">
                <a16:creationId xmlns:a16="http://schemas.microsoft.com/office/drawing/2014/main" id="{6B55DFFF-6D53-0359-EE5B-A0B8A568F3F6}"/>
              </a:ext>
            </a:extLst>
          </p:cNvPr>
          <p:cNvSpPr txBox="1"/>
          <p:nvPr/>
        </p:nvSpPr>
        <p:spPr>
          <a:xfrm rot="19520964">
            <a:off x="6786145" y="214269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endParaRPr lang="es-ES" sz="1000" dirty="0"/>
          </a:p>
        </p:txBody>
      </p:sp>
      <p:cxnSp>
        <p:nvCxnSpPr>
          <p:cNvPr id="374" name="Conector recto de flecha 373">
            <a:extLst>
              <a:ext uri="{FF2B5EF4-FFF2-40B4-BE49-F238E27FC236}">
                <a16:creationId xmlns:a16="http://schemas.microsoft.com/office/drawing/2014/main" id="{582F7ED3-36A9-EBFC-4AF9-53E42A375651}"/>
              </a:ext>
            </a:extLst>
          </p:cNvPr>
          <p:cNvCxnSpPr>
            <a:cxnSpLocks/>
          </p:cNvCxnSpPr>
          <p:nvPr/>
        </p:nvCxnSpPr>
        <p:spPr>
          <a:xfrm flipV="1">
            <a:off x="6752677" y="244414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E695545F-5493-9219-8F37-0D36A707C928}"/>
              </a:ext>
            </a:extLst>
          </p:cNvPr>
          <p:cNvSpPr txBox="1"/>
          <p:nvPr/>
        </p:nvSpPr>
        <p:spPr>
          <a:xfrm rot="19520964">
            <a:off x="6465181" y="211966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Vel_lim</a:t>
            </a:r>
            <a:endParaRPr lang="es-ES" sz="1000" dirty="0"/>
          </a:p>
        </p:txBody>
      </p: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C3A20CDB-A78D-45C3-9FE9-8B0AC1D8B5BB}"/>
              </a:ext>
            </a:extLst>
          </p:cNvPr>
          <p:cNvCxnSpPr>
            <a:cxnSpLocks/>
          </p:cNvCxnSpPr>
          <p:nvPr/>
        </p:nvCxnSpPr>
        <p:spPr>
          <a:xfrm>
            <a:off x="7721182" y="2896888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CuadroTexto 381">
            <a:extLst>
              <a:ext uri="{FF2B5EF4-FFF2-40B4-BE49-F238E27FC236}">
                <a16:creationId xmlns:a16="http://schemas.microsoft.com/office/drawing/2014/main" id="{89DC22E5-D7EE-6E5A-9A11-21E1F959978B}"/>
              </a:ext>
            </a:extLst>
          </p:cNvPr>
          <p:cNvSpPr txBox="1"/>
          <p:nvPr/>
        </p:nvSpPr>
        <p:spPr>
          <a:xfrm rot="19520964">
            <a:off x="7388565" y="2999933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long</a:t>
            </a:r>
            <a:endParaRPr lang="es-ES" sz="1000" dirty="0"/>
          </a:p>
        </p:txBody>
      </p:sp>
      <p:cxnSp>
        <p:nvCxnSpPr>
          <p:cNvPr id="383" name="Conector recto de flecha 382">
            <a:extLst>
              <a:ext uri="{FF2B5EF4-FFF2-40B4-BE49-F238E27FC236}">
                <a16:creationId xmlns:a16="http://schemas.microsoft.com/office/drawing/2014/main" id="{20664365-F73F-6FDC-94BA-1517B1A111A8}"/>
              </a:ext>
            </a:extLst>
          </p:cNvPr>
          <p:cNvCxnSpPr>
            <a:cxnSpLocks/>
          </p:cNvCxnSpPr>
          <p:nvPr/>
        </p:nvCxnSpPr>
        <p:spPr>
          <a:xfrm>
            <a:off x="6733278" y="2890986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de flecha 384">
            <a:extLst>
              <a:ext uri="{FF2B5EF4-FFF2-40B4-BE49-F238E27FC236}">
                <a16:creationId xmlns:a16="http://schemas.microsoft.com/office/drawing/2014/main" id="{881F9644-51CA-ED50-642B-5EDC0F2DE1FC}"/>
              </a:ext>
            </a:extLst>
          </p:cNvPr>
          <p:cNvCxnSpPr>
            <a:cxnSpLocks/>
          </p:cNvCxnSpPr>
          <p:nvPr/>
        </p:nvCxnSpPr>
        <p:spPr>
          <a:xfrm>
            <a:off x="7075964" y="2890985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CuadroTexto 385">
            <a:extLst>
              <a:ext uri="{FF2B5EF4-FFF2-40B4-BE49-F238E27FC236}">
                <a16:creationId xmlns:a16="http://schemas.microsoft.com/office/drawing/2014/main" id="{5BC00579-8E01-4F62-FD98-BB6F2000DDDF}"/>
              </a:ext>
            </a:extLst>
          </p:cNvPr>
          <p:cNvSpPr txBox="1"/>
          <p:nvPr/>
        </p:nvSpPr>
        <p:spPr>
          <a:xfrm rot="19520964">
            <a:off x="6642464" y="3039959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km_ini</a:t>
            </a:r>
            <a:endParaRPr lang="es-ES" sz="1000" dirty="0"/>
          </a:p>
        </p:txBody>
      </p:sp>
      <p:sp>
        <p:nvSpPr>
          <p:cNvPr id="387" name="CuadroTexto 386">
            <a:extLst>
              <a:ext uri="{FF2B5EF4-FFF2-40B4-BE49-F238E27FC236}">
                <a16:creationId xmlns:a16="http://schemas.microsoft.com/office/drawing/2014/main" id="{AE10B9DC-85D5-0908-5913-3709721396ED}"/>
              </a:ext>
            </a:extLst>
          </p:cNvPr>
          <p:cNvSpPr txBox="1"/>
          <p:nvPr/>
        </p:nvSpPr>
        <p:spPr>
          <a:xfrm rot="19520964">
            <a:off x="6295986" y="3055465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km_fin</a:t>
            </a:r>
            <a:endParaRPr lang="es-ES" sz="1000" dirty="0"/>
          </a:p>
        </p:txBody>
      </p:sp>
      <p:cxnSp>
        <p:nvCxnSpPr>
          <p:cNvPr id="388" name="Conector recto de flecha 387">
            <a:extLst>
              <a:ext uri="{FF2B5EF4-FFF2-40B4-BE49-F238E27FC236}">
                <a16:creationId xmlns:a16="http://schemas.microsoft.com/office/drawing/2014/main" id="{3B0E487B-08F5-BF1F-00B1-296827E06615}"/>
              </a:ext>
            </a:extLst>
          </p:cNvPr>
          <p:cNvCxnSpPr>
            <a:cxnSpLocks/>
          </p:cNvCxnSpPr>
          <p:nvPr/>
        </p:nvCxnSpPr>
        <p:spPr>
          <a:xfrm>
            <a:off x="7444952" y="2889742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CuadroTexto 388">
            <a:extLst>
              <a:ext uri="{FF2B5EF4-FFF2-40B4-BE49-F238E27FC236}">
                <a16:creationId xmlns:a16="http://schemas.microsoft.com/office/drawing/2014/main" id="{502CB2F7-2C3E-16AE-BF05-EEE7E225ACDC}"/>
              </a:ext>
            </a:extLst>
          </p:cNvPr>
          <p:cNvSpPr txBox="1"/>
          <p:nvPr/>
        </p:nvSpPr>
        <p:spPr>
          <a:xfrm rot="19520964">
            <a:off x="7112335" y="2992787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r>
              <a:rPr lang="es-ES" sz="1000" dirty="0"/>
              <a:t>.</a:t>
            </a:r>
          </a:p>
        </p:txBody>
      </p: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CAE14670-DB3F-9BA9-86A7-7F4B8C0E80F8}"/>
              </a:ext>
            </a:extLst>
          </p:cNvPr>
          <p:cNvCxnSpPr>
            <a:cxnSpLocks/>
          </p:cNvCxnSpPr>
          <p:nvPr/>
        </p:nvCxnSpPr>
        <p:spPr>
          <a:xfrm flipV="1">
            <a:off x="11080331" y="2443499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2F65EFCF-682F-CB12-3277-796CBF1C8654}"/>
              </a:ext>
            </a:extLst>
          </p:cNvPr>
          <p:cNvSpPr txBox="1"/>
          <p:nvPr/>
        </p:nvSpPr>
        <p:spPr>
          <a:xfrm rot="19520964">
            <a:off x="10918844" y="2012812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Km</a:t>
            </a:r>
          </a:p>
        </p:txBody>
      </p:sp>
      <p:cxnSp>
        <p:nvCxnSpPr>
          <p:cNvPr id="393" name="Conector recto de flecha 392">
            <a:extLst>
              <a:ext uri="{FF2B5EF4-FFF2-40B4-BE49-F238E27FC236}">
                <a16:creationId xmlns:a16="http://schemas.microsoft.com/office/drawing/2014/main" id="{6BD9EAD8-FA68-47C8-AB0E-59FFCD465101}"/>
              </a:ext>
            </a:extLst>
          </p:cNvPr>
          <p:cNvCxnSpPr>
            <a:cxnSpLocks/>
          </p:cNvCxnSpPr>
          <p:nvPr/>
        </p:nvCxnSpPr>
        <p:spPr>
          <a:xfrm flipH="1">
            <a:off x="8593951" y="2896888"/>
            <a:ext cx="125538" cy="16278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CuadroTexto 393">
            <a:extLst>
              <a:ext uri="{FF2B5EF4-FFF2-40B4-BE49-F238E27FC236}">
                <a16:creationId xmlns:a16="http://schemas.microsoft.com/office/drawing/2014/main" id="{8A388CEA-A898-EBBE-857D-E3BFE8B9ED7D}"/>
              </a:ext>
            </a:extLst>
          </p:cNvPr>
          <p:cNvSpPr txBox="1"/>
          <p:nvPr/>
        </p:nvSpPr>
        <p:spPr>
          <a:xfrm>
            <a:off x="8095920" y="3037770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Intersecció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3637527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018A5CAE-A3F9-7EAC-1A5C-EACF88317C38}"/>
              </a:ext>
            </a:extLst>
          </p:cNvPr>
          <p:cNvSpPr txBox="1"/>
          <p:nvPr/>
        </p:nvSpPr>
        <p:spPr>
          <a:xfrm>
            <a:off x="612474" y="923026"/>
            <a:ext cx="531535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FF0000"/>
                </a:solidFill>
              </a:rPr>
              <a:t>CARRETERA</a:t>
            </a:r>
            <a:r>
              <a:rPr lang="es-ES" sz="1000" dirty="0"/>
              <a:t> (</a:t>
            </a:r>
            <a:r>
              <a:rPr lang="es-ES" sz="1000" u="sng" dirty="0" err="1"/>
              <a:t>ID_car</a:t>
            </a:r>
            <a:r>
              <a:rPr lang="es-ES" sz="1000" dirty="0"/>
              <a:t>, , </a:t>
            </a:r>
            <a:r>
              <a:rPr lang="es-ES" sz="1000" dirty="0" err="1"/>
              <a:t>Nom</a:t>
            </a:r>
            <a:r>
              <a:rPr lang="es-ES" sz="1000" dirty="0"/>
              <a:t>, </a:t>
            </a:r>
            <a:r>
              <a:rPr lang="es-ES" sz="1000" dirty="0" err="1"/>
              <a:t>Accés</a:t>
            </a:r>
            <a:r>
              <a:rPr lang="es-ES" sz="1000" dirty="0"/>
              <a:t>, Doble, </a:t>
            </a:r>
            <a:r>
              <a:rPr lang="es-ES" sz="1000" dirty="0" err="1"/>
              <a:t>Prefix</a:t>
            </a:r>
            <a:r>
              <a:rPr lang="es-ES" sz="1000" dirty="0"/>
              <a:t>, </a:t>
            </a:r>
            <a:r>
              <a:rPr lang="es-ES" sz="1000" dirty="0" err="1"/>
              <a:t>Senyal</a:t>
            </a:r>
            <a:r>
              <a:rPr lang="es-ES" sz="1000" dirty="0"/>
              <a:t>, </a:t>
            </a:r>
            <a:r>
              <a:rPr lang="es-ES" sz="1000" dirty="0" err="1"/>
              <a:t>Obs_car</a:t>
            </a:r>
            <a:r>
              <a:rPr lang="es-ES" sz="1000" dirty="0"/>
              <a:t>, </a:t>
            </a:r>
            <a:r>
              <a:rPr lang="es-ES" sz="1000" dirty="0" err="1"/>
              <a:t>ID_tit</a:t>
            </a:r>
            <a:r>
              <a:rPr lang="es-ES" sz="1000" dirty="0"/>
              <a:t>,  </a:t>
            </a:r>
            <a:r>
              <a:rPr lang="es-ES" sz="1000" dirty="0" err="1"/>
              <a:t>ID_tipus</a:t>
            </a:r>
            <a:r>
              <a:rPr lang="es-ES" sz="1000" dirty="0"/>
              <a:t>, </a:t>
            </a:r>
            <a:r>
              <a:rPr lang="es-ES" sz="1000" dirty="0" err="1"/>
              <a:t>ID_NiCo</a:t>
            </a:r>
            <a:r>
              <a:rPr lang="es-ES" sz="1000" dirty="0"/>
              <a:t>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ID_tit</a:t>
            </a:r>
            <a:r>
              <a:rPr lang="es-ES" sz="1000" dirty="0"/>
              <a:t>} referencia TITULARITAT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ID_tipus</a:t>
            </a:r>
            <a:r>
              <a:rPr lang="es-ES" sz="1000" dirty="0"/>
              <a:t>} referencia TIPUS_VIA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ID_Nico</a:t>
            </a:r>
            <a:r>
              <a:rPr lang="es-ES" sz="1000" dirty="0"/>
              <a:t>} referencia NIVELL_COL</a:t>
            </a:r>
          </a:p>
          <a:p>
            <a:r>
              <a:rPr lang="es-ES" sz="1000" dirty="0">
                <a:solidFill>
                  <a:srgbClr val="FF0000"/>
                </a:solidFill>
              </a:rPr>
              <a:t>TIPUS_VIA</a:t>
            </a:r>
            <a:r>
              <a:rPr lang="es-ES" sz="1000" dirty="0"/>
              <a:t> (</a:t>
            </a:r>
            <a:r>
              <a:rPr lang="es-ES" sz="1000" u="sng" dirty="0"/>
              <a:t>ID </a:t>
            </a:r>
            <a:r>
              <a:rPr lang="es-ES" sz="1000" u="sng" dirty="0" err="1"/>
              <a:t>tipus</a:t>
            </a:r>
            <a:r>
              <a:rPr lang="es-ES" sz="1000" dirty="0"/>
              <a:t>, , </a:t>
            </a:r>
            <a:r>
              <a:rPr lang="es-ES" sz="1000" dirty="0" err="1"/>
              <a:t>Nom_tipus</a:t>
            </a:r>
            <a:r>
              <a:rPr lang="es-ES" sz="1000" dirty="0"/>
              <a:t>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NIVELL_COL </a:t>
            </a:r>
            <a:r>
              <a:rPr lang="es-ES" sz="1000" dirty="0"/>
              <a:t>(</a:t>
            </a:r>
            <a:r>
              <a:rPr lang="es-ES" sz="1000" u="sng" dirty="0"/>
              <a:t>ID Nico</a:t>
            </a:r>
            <a:r>
              <a:rPr lang="es-ES" sz="1000" dirty="0"/>
              <a:t>, , </a:t>
            </a:r>
            <a:r>
              <a:rPr lang="es-ES" sz="1000" dirty="0" err="1"/>
              <a:t>Nivell</a:t>
            </a:r>
            <a:r>
              <a:rPr lang="es-ES" sz="1000" dirty="0"/>
              <a:t>, Color)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TITULARITAT</a:t>
            </a:r>
            <a:r>
              <a:rPr lang="es-ES" sz="1000" dirty="0"/>
              <a:t> (</a:t>
            </a:r>
            <a:r>
              <a:rPr lang="es-ES" sz="1000" u="sng" dirty="0" err="1"/>
              <a:t>ID_tit</a:t>
            </a:r>
            <a:r>
              <a:rPr lang="es-ES" sz="1000" dirty="0"/>
              <a:t>, , </a:t>
            </a:r>
            <a:r>
              <a:rPr lang="es-ES" sz="1000" dirty="0" err="1"/>
              <a:t>Nom_tit</a:t>
            </a:r>
            <a:r>
              <a:rPr lang="es-ES" sz="1000" dirty="0"/>
              <a:t>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TIT_NIV_COL</a:t>
            </a:r>
            <a:r>
              <a:rPr lang="es-ES" sz="1000" dirty="0"/>
              <a:t> (</a:t>
            </a:r>
            <a:r>
              <a:rPr lang="es-ES" sz="1000" u="sng" dirty="0" err="1"/>
              <a:t>ID_tit+ID_NiCo</a:t>
            </a:r>
            <a:r>
              <a:rPr lang="es-ES" sz="1000" u="sng" dirty="0"/>
              <a:t>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ID_tit</a:t>
            </a:r>
            <a:r>
              <a:rPr lang="es-ES" sz="1000" dirty="0"/>
              <a:t>} referencia TITULARITAT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ID_Nico</a:t>
            </a:r>
            <a:r>
              <a:rPr lang="es-ES" sz="1000" dirty="0"/>
              <a:t>} referencia NIVELL_COL</a:t>
            </a:r>
          </a:p>
          <a:p>
            <a:r>
              <a:rPr lang="es-ES" sz="1000" dirty="0">
                <a:solidFill>
                  <a:srgbClr val="FF0000"/>
                </a:solidFill>
              </a:rPr>
              <a:t>TIPUS_TERR</a:t>
            </a:r>
            <a:r>
              <a:rPr lang="es-ES" sz="1000" dirty="0"/>
              <a:t> (</a:t>
            </a:r>
            <a:r>
              <a:rPr lang="es-ES" sz="1000" u="sng" dirty="0" err="1"/>
              <a:t>ID_Ter</a:t>
            </a:r>
            <a:r>
              <a:rPr lang="es-ES" sz="1000" dirty="0"/>
              <a:t>, </a:t>
            </a:r>
            <a:r>
              <a:rPr lang="es-ES" sz="1000" dirty="0" err="1"/>
              <a:t>Nom_Ter</a:t>
            </a:r>
            <a:r>
              <a:rPr lang="es-ES" sz="1000" dirty="0"/>
              <a:t>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ENTORN</a:t>
            </a:r>
            <a:r>
              <a:rPr lang="es-ES" sz="1000" dirty="0"/>
              <a:t> (</a:t>
            </a:r>
            <a:r>
              <a:rPr lang="es-ES" sz="1000" u="sng" dirty="0" err="1"/>
              <a:t>ID_entorn</a:t>
            </a:r>
            <a:r>
              <a:rPr lang="es-ES" sz="1000" dirty="0"/>
              <a:t>, </a:t>
            </a:r>
            <a:r>
              <a:rPr lang="es-ES" sz="1000" dirty="0" err="1"/>
              <a:t>Nom_ent</a:t>
            </a:r>
            <a:r>
              <a:rPr lang="es-ES" sz="1000" dirty="0"/>
              <a:t>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TRAM_NODE</a:t>
            </a:r>
            <a:r>
              <a:rPr lang="es-ES" sz="1000" dirty="0"/>
              <a:t> (</a:t>
            </a:r>
            <a:r>
              <a:rPr lang="es-ES" sz="1000" u="sng" dirty="0" err="1"/>
              <a:t>ID_tram</a:t>
            </a:r>
            <a:r>
              <a:rPr lang="es-ES" sz="1000" u="sng" dirty="0"/>
              <a:t> + </a:t>
            </a:r>
            <a:r>
              <a:rPr lang="es-ES" sz="1000" u="sng" dirty="0" err="1"/>
              <a:t>ID_node</a:t>
            </a:r>
            <a:r>
              <a:rPr lang="es-ES" sz="1000" dirty="0"/>
              <a:t>, </a:t>
            </a:r>
            <a:r>
              <a:rPr lang="es-ES" sz="1000" dirty="0" err="1"/>
              <a:t>tipus</a:t>
            </a:r>
            <a:r>
              <a:rPr lang="es-ES" sz="1000" dirty="0"/>
              <a:t>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ID_tram</a:t>
            </a:r>
            <a:r>
              <a:rPr lang="es-ES" sz="1000" dirty="0"/>
              <a:t>} referencia TRAM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ID_node</a:t>
            </a:r>
            <a:r>
              <a:rPr lang="es-ES" sz="1000" dirty="0"/>
              <a:t>} referencia NODE</a:t>
            </a:r>
          </a:p>
          <a:p>
            <a:r>
              <a:rPr lang="es-ES" sz="1000" dirty="0">
                <a:solidFill>
                  <a:srgbClr val="FF0000"/>
                </a:solidFill>
              </a:rPr>
              <a:t>NODE</a:t>
            </a:r>
            <a:r>
              <a:rPr lang="es-ES" sz="1000" dirty="0"/>
              <a:t> (</a:t>
            </a:r>
            <a:r>
              <a:rPr lang="es-ES" sz="1000" u="sng" dirty="0" err="1"/>
              <a:t>ID_node</a:t>
            </a:r>
            <a:r>
              <a:rPr lang="es-ES" sz="1000" dirty="0"/>
              <a:t>, km)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NODE_PROV</a:t>
            </a:r>
            <a:r>
              <a:rPr lang="es-ES" sz="1000" dirty="0"/>
              <a:t> (</a:t>
            </a:r>
            <a:r>
              <a:rPr lang="es-ES" sz="1000" u="sng" dirty="0" err="1"/>
              <a:t>ID_node</a:t>
            </a:r>
            <a:r>
              <a:rPr lang="es-ES" sz="1000" u="sng" dirty="0"/>
              <a:t> + </a:t>
            </a:r>
            <a:r>
              <a:rPr lang="es-ES" sz="1000" u="sng" dirty="0" err="1"/>
              <a:t>ID_prov</a:t>
            </a:r>
            <a:r>
              <a:rPr lang="es-ES" sz="1000" u="sng" dirty="0"/>
              <a:t>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ID_node</a:t>
            </a:r>
            <a:r>
              <a:rPr lang="es-ES" sz="1000" dirty="0"/>
              <a:t>} referencia NODE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ID_prov</a:t>
            </a:r>
            <a:r>
              <a:rPr lang="es-ES" sz="1000" dirty="0"/>
              <a:t>} referencia PROVINCIA </a:t>
            </a:r>
          </a:p>
          <a:p>
            <a:r>
              <a:rPr lang="es-ES" sz="1000" dirty="0">
                <a:solidFill>
                  <a:srgbClr val="FF0000"/>
                </a:solidFill>
              </a:rPr>
              <a:t>PROVINCIA</a:t>
            </a:r>
            <a:r>
              <a:rPr lang="es-ES" sz="1000" dirty="0"/>
              <a:t> (</a:t>
            </a:r>
            <a:r>
              <a:rPr lang="es-ES" sz="1000" u="sng" dirty="0" err="1"/>
              <a:t>ID_prov</a:t>
            </a:r>
            <a:r>
              <a:rPr lang="es-ES" sz="1000" dirty="0"/>
              <a:t>, </a:t>
            </a:r>
            <a:r>
              <a:rPr lang="es-ES" sz="1000" dirty="0" err="1"/>
              <a:t>Nom_prov</a:t>
            </a:r>
            <a:r>
              <a:rPr lang="es-ES" sz="1000" dirty="0"/>
              <a:t>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PROV_CA</a:t>
            </a:r>
            <a:r>
              <a:rPr lang="es-ES" sz="1000" dirty="0"/>
              <a:t> (</a:t>
            </a:r>
            <a:r>
              <a:rPr lang="es-ES" sz="1000" u="sng" dirty="0" err="1"/>
              <a:t>ID_prov</a:t>
            </a:r>
            <a:r>
              <a:rPr lang="es-ES" sz="1000" u="sng" dirty="0"/>
              <a:t> + ID_CA)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ID_prov</a:t>
            </a:r>
            <a:r>
              <a:rPr lang="es-ES" sz="1000" dirty="0"/>
              <a:t>} referencia PROVINCIA </a:t>
            </a:r>
          </a:p>
          <a:p>
            <a:r>
              <a:rPr lang="es-ES" sz="1000" dirty="0"/>
              <a:t>{ID_CA} referencia CA</a:t>
            </a:r>
          </a:p>
          <a:p>
            <a:r>
              <a:rPr lang="es-ES" sz="1000" dirty="0">
                <a:solidFill>
                  <a:srgbClr val="FF0000"/>
                </a:solidFill>
              </a:rPr>
              <a:t>CA</a:t>
            </a:r>
            <a:r>
              <a:rPr lang="es-ES" sz="1000" dirty="0"/>
              <a:t> (</a:t>
            </a:r>
            <a:r>
              <a:rPr lang="es-ES" sz="1000" u="sng" dirty="0"/>
              <a:t>ID_CA</a:t>
            </a:r>
            <a:r>
              <a:rPr lang="es-ES" sz="1000" dirty="0"/>
              <a:t>, </a:t>
            </a:r>
            <a:r>
              <a:rPr lang="es-ES" sz="1000" dirty="0" err="1"/>
              <a:t>Nom_CA</a:t>
            </a:r>
            <a:r>
              <a:rPr lang="es-ES" sz="1000" dirty="0"/>
              <a:t>)</a:t>
            </a:r>
          </a:p>
          <a:p>
            <a:endParaRPr lang="es-ES" sz="1000" dirty="0"/>
          </a:p>
          <a:p>
            <a:endParaRPr lang="es-ES" sz="1000" dirty="0"/>
          </a:p>
          <a:p>
            <a:endParaRPr lang="es-ES" sz="1000" dirty="0"/>
          </a:p>
          <a:p>
            <a:endParaRPr lang="es-ES" sz="1000" dirty="0">
              <a:solidFill>
                <a:srgbClr val="FF000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542DB85-8C6A-89FB-5D1B-D4F08098F563}"/>
              </a:ext>
            </a:extLst>
          </p:cNvPr>
          <p:cNvSpPr txBox="1"/>
          <p:nvPr/>
        </p:nvSpPr>
        <p:spPr>
          <a:xfrm>
            <a:off x="6672190" y="930286"/>
            <a:ext cx="53153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FF0000"/>
                </a:solidFill>
              </a:rPr>
              <a:t>TRAM</a:t>
            </a:r>
            <a:r>
              <a:rPr lang="es-ES" sz="1000" dirty="0"/>
              <a:t> (</a:t>
            </a:r>
            <a:r>
              <a:rPr lang="es-ES" sz="1000" u="sng" dirty="0" err="1"/>
              <a:t>ID_tram</a:t>
            </a:r>
            <a:r>
              <a:rPr lang="es-ES" sz="1000" dirty="0"/>
              <a:t>, , </a:t>
            </a:r>
            <a:r>
              <a:rPr lang="es-ES" sz="1000" dirty="0" err="1"/>
              <a:t>km_ini</a:t>
            </a:r>
            <a:r>
              <a:rPr lang="es-ES" sz="1000" dirty="0"/>
              <a:t>, </a:t>
            </a:r>
            <a:r>
              <a:rPr lang="es-ES" sz="1000" dirty="0" err="1"/>
              <a:t>km_fin</a:t>
            </a:r>
            <a:r>
              <a:rPr lang="es-ES" sz="1000" dirty="0"/>
              <a:t>, </a:t>
            </a:r>
            <a:r>
              <a:rPr lang="es-ES" sz="1000" dirty="0" err="1"/>
              <a:t>long</a:t>
            </a:r>
            <a:r>
              <a:rPr lang="es-ES" sz="1000" dirty="0"/>
              <a:t>, </a:t>
            </a:r>
            <a:r>
              <a:rPr lang="es-ES" sz="1000" dirty="0" err="1"/>
              <a:t>Obs</a:t>
            </a:r>
            <a:r>
              <a:rPr lang="es-ES" sz="1000" dirty="0"/>
              <a:t>., </a:t>
            </a:r>
            <a:r>
              <a:rPr lang="es-ES" sz="1000" dirty="0" err="1"/>
              <a:t>Vel_lim</a:t>
            </a:r>
            <a:r>
              <a:rPr lang="es-ES" sz="1000" dirty="0"/>
              <a:t>, </a:t>
            </a:r>
            <a:r>
              <a:rPr lang="es-ES" sz="1000" dirty="0" err="1"/>
              <a:t>Num_carrils</a:t>
            </a:r>
            <a:r>
              <a:rPr lang="es-ES" sz="1000" dirty="0"/>
              <a:t>, </a:t>
            </a:r>
            <a:r>
              <a:rPr lang="es-ES" sz="1000" dirty="0" err="1"/>
              <a:t>ID_car</a:t>
            </a:r>
            <a:r>
              <a:rPr lang="es-ES" sz="1000" dirty="0"/>
              <a:t>, </a:t>
            </a:r>
            <a:r>
              <a:rPr lang="es-ES" sz="1000" dirty="0" err="1"/>
              <a:t>ID_Ter</a:t>
            </a:r>
            <a:r>
              <a:rPr lang="es-ES" sz="1000" dirty="0"/>
              <a:t>, </a:t>
            </a:r>
            <a:r>
              <a:rPr lang="es-ES" sz="1000" dirty="0" err="1"/>
              <a:t>ID_entorn</a:t>
            </a:r>
            <a:r>
              <a:rPr lang="es-ES" sz="1000" dirty="0"/>
              <a:t>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ID_tit</a:t>
            </a:r>
            <a:r>
              <a:rPr lang="es-ES" sz="1000" dirty="0"/>
              <a:t>} referencia CARRETERA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ID_Ter</a:t>
            </a:r>
            <a:r>
              <a:rPr lang="es-ES" sz="1000" dirty="0"/>
              <a:t>} referencia TIPUS_TERR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ID_entorn</a:t>
            </a:r>
            <a:r>
              <a:rPr lang="es-ES" sz="1000" dirty="0"/>
              <a:t>} referencia ENTORN</a:t>
            </a:r>
          </a:p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804707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DD26E3B-3828-2498-AACD-9505E97917E5}"/>
              </a:ext>
            </a:extLst>
          </p:cNvPr>
          <p:cNvSpPr/>
          <p:nvPr/>
        </p:nvSpPr>
        <p:spPr>
          <a:xfrm>
            <a:off x="2809567" y="2536888"/>
            <a:ext cx="1465870" cy="284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carretera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1A09FCC-AFE9-A580-1702-CA03489BF40D}"/>
              </a:ext>
            </a:extLst>
          </p:cNvPr>
          <p:cNvSpPr/>
          <p:nvPr/>
        </p:nvSpPr>
        <p:spPr>
          <a:xfrm>
            <a:off x="3002502" y="4645051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Tipus_via</a:t>
            </a:r>
            <a:endParaRPr lang="es-ES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1D820DB-1D6C-B198-7BDE-30F949AF3CBF}"/>
              </a:ext>
            </a:extLst>
          </p:cNvPr>
          <p:cNvSpPr/>
          <p:nvPr/>
        </p:nvSpPr>
        <p:spPr>
          <a:xfrm>
            <a:off x="6726587" y="253688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Tram</a:t>
            </a:r>
            <a:endParaRPr lang="es-ES" sz="12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ED5A598-B256-E623-7409-DF62AD0E915C}"/>
              </a:ext>
            </a:extLst>
          </p:cNvPr>
          <p:cNvSpPr/>
          <p:nvPr/>
        </p:nvSpPr>
        <p:spPr>
          <a:xfrm>
            <a:off x="10107526" y="2541113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node</a:t>
            </a:r>
            <a:endParaRPr lang="es-ES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20C03F3-8008-2A90-46FC-6CFB60DF22DE}"/>
              </a:ext>
            </a:extLst>
          </p:cNvPr>
          <p:cNvSpPr/>
          <p:nvPr/>
        </p:nvSpPr>
        <p:spPr>
          <a:xfrm>
            <a:off x="6042194" y="4924807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Tipus_terr</a:t>
            </a:r>
            <a:endParaRPr lang="es-ES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571C4A-CFC0-ABAE-D4B1-D66D32316D70}"/>
              </a:ext>
            </a:extLst>
          </p:cNvPr>
          <p:cNvSpPr/>
          <p:nvPr/>
        </p:nvSpPr>
        <p:spPr>
          <a:xfrm>
            <a:off x="6001030" y="40354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entorn</a:t>
            </a:r>
            <a:endParaRPr lang="es-ES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5E5E4A6-8FCA-6C24-75D5-F4A6792C0DEB}"/>
              </a:ext>
            </a:extLst>
          </p:cNvPr>
          <p:cNvSpPr/>
          <p:nvPr/>
        </p:nvSpPr>
        <p:spPr>
          <a:xfrm>
            <a:off x="2824807" y="43776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Nivell_col</a:t>
            </a:r>
            <a:endParaRPr lang="es-ES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616DF44-0587-EA5C-C69D-FF422A6DB4D6}"/>
              </a:ext>
            </a:extLst>
          </p:cNvPr>
          <p:cNvSpPr/>
          <p:nvPr/>
        </p:nvSpPr>
        <p:spPr>
          <a:xfrm>
            <a:off x="10107526" y="618860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07C93E-24C9-FB48-2AE1-F0D14638F71B}"/>
              </a:ext>
            </a:extLst>
          </p:cNvPr>
          <p:cNvSpPr/>
          <p:nvPr/>
        </p:nvSpPr>
        <p:spPr>
          <a:xfrm>
            <a:off x="10107526" y="436485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prov</a:t>
            </a:r>
            <a:endParaRPr lang="es-ES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403315-FBF7-C66E-F33B-124050F9D992}"/>
              </a:ext>
            </a:extLst>
          </p:cNvPr>
          <p:cNvSpPr/>
          <p:nvPr/>
        </p:nvSpPr>
        <p:spPr>
          <a:xfrm>
            <a:off x="120417" y="2054245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titularitat</a:t>
            </a:r>
            <a:endParaRPr lang="es-ES" sz="1200" dirty="0"/>
          </a:p>
        </p:txBody>
      </p:sp>
      <p:sp>
        <p:nvSpPr>
          <p:cNvPr id="35" name="Rombo 34">
            <a:extLst>
              <a:ext uri="{FF2B5EF4-FFF2-40B4-BE49-F238E27FC236}">
                <a16:creationId xmlns:a16="http://schemas.microsoft.com/office/drawing/2014/main" id="{1381AEBB-D41E-2D14-8569-73FB023DC95B}"/>
              </a:ext>
            </a:extLst>
          </p:cNvPr>
          <p:cNvSpPr/>
          <p:nvPr/>
        </p:nvSpPr>
        <p:spPr>
          <a:xfrm>
            <a:off x="4655775" y="241424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/>
              <a:t>conté</a:t>
            </a:r>
            <a:endParaRPr lang="es-ES" sz="1200" dirty="0"/>
          </a:p>
        </p:txBody>
      </p:sp>
      <p:sp>
        <p:nvSpPr>
          <p:cNvPr id="43" name="Rombo 42">
            <a:extLst>
              <a:ext uri="{FF2B5EF4-FFF2-40B4-BE49-F238E27FC236}">
                <a16:creationId xmlns:a16="http://schemas.microsoft.com/office/drawing/2014/main" id="{0A2BD5A0-DA11-22F5-39AC-B084E714FFC7}"/>
              </a:ext>
            </a:extLst>
          </p:cNvPr>
          <p:cNvSpPr/>
          <p:nvPr/>
        </p:nvSpPr>
        <p:spPr>
          <a:xfrm>
            <a:off x="3089235" y="3673525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sp>
        <p:nvSpPr>
          <p:cNvPr id="45" name="Rombo 44">
            <a:extLst>
              <a:ext uri="{FF2B5EF4-FFF2-40B4-BE49-F238E27FC236}">
                <a16:creationId xmlns:a16="http://schemas.microsoft.com/office/drawing/2014/main" id="{5B05CD33-F1A8-220E-649E-104D434B1353}"/>
              </a:ext>
            </a:extLst>
          </p:cNvPr>
          <p:cNvSpPr/>
          <p:nvPr/>
        </p:nvSpPr>
        <p:spPr>
          <a:xfrm>
            <a:off x="3061144" y="123118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BA00DC5A-F5FD-ADBC-31CA-308824B6E45E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>
            <a:off x="3364807" y="797764"/>
            <a:ext cx="149604" cy="4334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78FA287-82B9-089D-5283-F6EDA2D09A58}"/>
              </a:ext>
            </a:extLst>
          </p:cNvPr>
          <p:cNvCxnSpPr>
            <a:cxnSpLocks/>
            <a:stCxn id="45" idx="2"/>
            <a:endCxn id="19" idx="0"/>
          </p:cNvCxnSpPr>
          <p:nvPr/>
        </p:nvCxnSpPr>
        <p:spPr>
          <a:xfrm>
            <a:off x="3514411" y="1836471"/>
            <a:ext cx="28091" cy="700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7CF322CA-BB63-CE72-D86F-2126EBDEF877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3542502" y="2821432"/>
            <a:ext cx="0" cy="852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2F0E85B-E0DA-7738-7931-EDFE5D117131}"/>
              </a:ext>
            </a:extLst>
          </p:cNvPr>
          <p:cNvCxnSpPr>
            <a:cxnSpLocks/>
            <a:stCxn id="43" idx="2"/>
            <a:endCxn id="20" idx="0"/>
          </p:cNvCxnSpPr>
          <p:nvPr/>
        </p:nvCxnSpPr>
        <p:spPr>
          <a:xfrm>
            <a:off x="3542502" y="4278810"/>
            <a:ext cx="0" cy="366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mbo 126">
            <a:extLst>
              <a:ext uri="{FF2B5EF4-FFF2-40B4-BE49-F238E27FC236}">
                <a16:creationId xmlns:a16="http://schemas.microsoft.com/office/drawing/2014/main" id="{8222B333-60B0-390C-B912-E5EA561031D1}"/>
              </a:ext>
            </a:extLst>
          </p:cNvPr>
          <p:cNvSpPr/>
          <p:nvPr/>
        </p:nvSpPr>
        <p:spPr>
          <a:xfrm>
            <a:off x="1408559" y="241424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942476FA-8961-AA21-2344-F87E684A0928}"/>
              </a:ext>
            </a:extLst>
          </p:cNvPr>
          <p:cNvCxnSpPr>
            <a:cxnSpLocks/>
            <a:stCxn id="127" idx="1"/>
            <a:endCxn id="33" idx="2"/>
          </p:cNvCxnSpPr>
          <p:nvPr/>
        </p:nvCxnSpPr>
        <p:spPr>
          <a:xfrm flipH="1" flipV="1">
            <a:off x="660417" y="2414245"/>
            <a:ext cx="748142" cy="302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C6088F9F-BE4E-F490-83AC-E593A754D5BB}"/>
              </a:ext>
            </a:extLst>
          </p:cNvPr>
          <p:cNvCxnSpPr>
            <a:cxnSpLocks/>
            <a:stCxn id="127" idx="3"/>
            <a:endCxn id="19" idx="1"/>
          </p:cNvCxnSpPr>
          <p:nvPr/>
        </p:nvCxnSpPr>
        <p:spPr>
          <a:xfrm flipV="1">
            <a:off x="2315092" y="2679160"/>
            <a:ext cx="494475" cy="37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mbo 142">
            <a:extLst>
              <a:ext uri="{FF2B5EF4-FFF2-40B4-BE49-F238E27FC236}">
                <a16:creationId xmlns:a16="http://schemas.microsoft.com/office/drawing/2014/main" id="{F6E68648-5D67-3FE8-ABC3-7D2902FB1BA5}"/>
              </a:ext>
            </a:extLst>
          </p:cNvPr>
          <p:cNvSpPr/>
          <p:nvPr/>
        </p:nvSpPr>
        <p:spPr>
          <a:xfrm>
            <a:off x="6353424" y="1026074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44" name="Rombo 143">
            <a:extLst>
              <a:ext uri="{FF2B5EF4-FFF2-40B4-BE49-F238E27FC236}">
                <a16:creationId xmlns:a16="http://schemas.microsoft.com/office/drawing/2014/main" id="{A6387105-A560-764C-E1E0-A57C01272AD7}"/>
              </a:ext>
            </a:extLst>
          </p:cNvPr>
          <p:cNvSpPr/>
          <p:nvPr/>
        </p:nvSpPr>
        <p:spPr>
          <a:xfrm>
            <a:off x="6582193" y="4056992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 err="1"/>
              <a:t>és</a:t>
            </a:r>
            <a:endParaRPr lang="es-ES" sz="1200" dirty="0"/>
          </a:p>
        </p:txBody>
      </p: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B7B687C3-D04D-A2AE-A5B7-488F958B6609}"/>
              </a:ext>
            </a:extLst>
          </p:cNvPr>
          <p:cNvCxnSpPr>
            <a:cxnSpLocks/>
            <a:stCxn id="28" idx="2"/>
            <a:endCxn id="143" idx="0"/>
          </p:cNvCxnSpPr>
          <p:nvPr/>
        </p:nvCxnSpPr>
        <p:spPr>
          <a:xfrm>
            <a:off x="6541030" y="763544"/>
            <a:ext cx="265661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20B1A39C-A927-AAF5-87E7-D3246B329673}"/>
              </a:ext>
            </a:extLst>
          </p:cNvPr>
          <p:cNvCxnSpPr>
            <a:cxnSpLocks/>
            <a:stCxn id="143" idx="2"/>
            <a:endCxn id="24" idx="0"/>
          </p:cNvCxnSpPr>
          <p:nvPr/>
        </p:nvCxnSpPr>
        <p:spPr>
          <a:xfrm>
            <a:off x="6806691" y="1631359"/>
            <a:ext cx="459896" cy="905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0C9423EF-239A-1EF3-D7CD-E309605EC05D}"/>
              </a:ext>
            </a:extLst>
          </p:cNvPr>
          <p:cNvCxnSpPr>
            <a:cxnSpLocks/>
            <a:stCxn id="24" idx="2"/>
            <a:endCxn id="144" idx="0"/>
          </p:cNvCxnSpPr>
          <p:nvPr/>
        </p:nvCxnSpPr>
        <p:spPr>
          <a:xfrm flipH="1">
            <a:off x="7035460" y="2896888"/>
            <a:ext cx="231127" cy="11601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0AC6C8FC-D48E-3B04-D632-DE4A56B74C3A}"/>
              </a:ext>
            </a:extLst>
          </p:cNvPr>
          <p:cNvCxnSpPr>
            <a:cxnSpLocks/>
            <a:stCxn id="144" idx="2"/>
            <a:endCxn id="27" idx="0"/>
          </p:cNvCxnSpPr>
          <p:nvPr/>
        </p:nvCxnSpPr>
        <p:spPr>
          <a:xfrm flipH="1">
            <a:off x="6582194" y="4662277"/>
            <a:ext cx="453266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95F08DE-B849-13DD-D4A2-5F956A053B7E}"/>
              </a:ext>
            </a:extLst>
          </p:cNvPr>
          <p:cNvCxnSpPr>
            <a:cxnSpLocks/>
            <a:stCxn id="19" idx="3"/>
            <a:endCxn id="35" idx="1"/>
          </p:cNvCxnSpPr>
          <p:nvPr/>
        </p:nvCxnSpPr>
        <p:spPr>
          <a:xfrm>
            <a:off x="4275437" y="2679160"/>
            <a:ext cx="380338" cy="37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842C9F30-DABF-FEBC-C7BB-7696A0A386FF}"/>
              </a:ext>
            </a:extLst>
          </p:cNvPr>
          <p:cNvCxnSpPr>
            <a:cxnSpLocks/>
            <a:stCxn id="35" idx="3"/>
            <a:endCxn id="24" idx="1"/>
          </p:cNvCxnSpPr>
          <p:nvPr/>
        </p:nvCxnSpPr>
        <p:spPr>
          <a:xfrm>
            <a:off x="5975618" y="2716888"/>
            <a:ext cx="7509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mbo 162">
            <a:extLst>
              <a:ext uri="{FF2B5EF4-FFF2-40B4-BE49-F238E27FC236}">
                <a16:creationId xmlns:a16="http://schemas.microsoft.com/office/drawing/2014/main" id="{AAB33725-D41F-B896-8957-F014BA38EE40}"/>
              </a:ext>
            </a:extLst>
          </p:cNvPr>
          <p:cNvSpPr/>
          <p:nvPr/>
        </p:nvSpPr>
        <p:spPr>
          <a:xfrm>
            <a:off x="8362246" y="2414245"/>
            <a:ext cx="1205280" cy="59887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 err="1"/>
              <a:t>intersecta</a:t>
            </a:r>
            <a:endParaRPr lang="es-ES" sz="1200" dirty="0"/>
          </a:p>
        </p:txBody>
      </p:sp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8520BE1E-EC13-22FE-3B60-FA0AC90B3579}"/>
              </a:ext>
            </a:extLst>
          </p:cNvPr>
          <p:cNvCxnSpPr>
            <a:cxnSpLocks/>
            <a:stCxn id="24" idx="3"/>
            <a:endCxn id="163" idx="1"/>
          </p:cNvCxnSpPr>
          <p:nvPr/>
        </p:nvCxnSpPr>
        <p:spPr>
          <a:xfrm flipV="1">
            <a:off x="7806587" y="2713684"/>
            <a:ext cx="555659" cy="32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194C0A57-7053-F610-F280-607E00B9D685}"/>
              </a:ext>
            </a:extLst>
          </p:cNvPr>
          <p:cNvCxnSpPr>
            <a:cxnSpLocks/>
            <a:stCxn id="163" idx="3"/>
            <a:endCxn id="26" idx="1"/>
          </p:cNvCxnSpPr>
          <p:nvPr/>
        </p:nvCxnSpPr>
        <p:spPr>
          <a:xfrm>
            <a:off x="9567526" y="2713684"/>
            <a:ext cx="540000" cy="7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mbo 179">
            <a:extLst>
              <a:ext uri="{FF2B5EF4-FFF2-40B4-BE49-F238E27FC236}">
                <a16:creationId xmlns:a16="http://schemas.microsoft.com/office/drawing/2014/main" id="{06C24841-43B8-54E1-F212-8C21CDA6BB73}"/>
              </a:ext>
            </a:extLst>
          </p:cNvPr>
          <p:cNvSpPr/>
          <p:nvPr/>
        </p:nvSpPr>
        <p:spPr>
          <a:xfrm>
            <a:off x="10194259" y="3351603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81" name="Rombo 180">
            <a:extLst>
              <a:ext uri="{FF2B5EF4-FFF2-40B4-BE49-F238E27FC236}">
                <a16:creationId xmlns:a16="http://schemas.microsoft.com/office/drawing/2014/main" id="{C7B0795E-1ABD-14FE-BC70-F5B23F8575DC}"/>
              </a:ext>
            </a:extLst>
          </p:cNvPr>
          <p:cNvSpPr/>
          <p:nvPr/>
        </p:nvSpPr>
        <p:spPr>
          <a:xfrm>
            <a:off x="10194258" y="515408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3DFEB6DB-3AB4-28FF-1237-52C4DFC24B5A}"/>
              </a:ext>
            </a:extLst>
          </p:cNvPr>
          <p:cNvCxnSpPr>
            <a:cxnSpLocks/>
            <a:stCxn id="26" idx="2"/>
            <a:endCxn id="180" idx="0"/>
          </p:cNvCxnSpPr>
          <p:nvPr/>
        </p:nvCxnSpPr>
        <p:spPr>
          <a:xfrm>
            <a:off x="10647526" y="2901113"/>
            <a:ext cx="0" cy="450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49905145-5624-0AAD-9FD0-0A3037E59637}"/>
              </a:ext>
            </a:extLst>
          </p:cNvPr>
          <p:cNvCxnSpPr>
            <a:cxnSpLocks/>
            <a:stCxn id="180" idx="2"/>
            <a:endCxn id="32" idx="0"/>
          </p:cNvCxnSpPr>
          <p:nvPr/>
        </p:nvCxnSpPr>
        <p:spPr>
          <a:xfrm>
            <a:off x="10647526" y="3956888"/>
            <a:ext cx="0" cy="407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266801A3-98EB-C58B-0005-6F6CA33AD513}"/>
              </a:ext>
            </a:extLst>
          </p:cNvPr>
          <p:cNvCxnSpPr>
            <a:cxnSpLocks/>
            <a:stCxn id="32" idx="2"/>
            <a:endCxn id="181" idx="0"/>
          </p:cNvCxnSpPr>
          <p:nvPr/>
        </p:nvCxnSpPr>
        <p:spPr>
          <a:xfrm flipH="1">
            <a:off x="10647525" y="4724858"/>
            <a:ext cx="1" cy="429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88CFF938-6609-16F1-22A5-3F6EA706AF05}"/>
              </a:ext>
            </a:extLst>
          </p:cNvPr>
          <p:cNvCxnSpPr>
            <a:cxnSpLocks/>
            <a:stCxn id="181" idx="2"/>
            <a:endCxn id="31" idx="0"/>
          </p:cNvCxnSpPr>
          <p:nvPr/>
        </p:nvCxnSpPr>
        <p:spPr>
          <a:xfrm>
            <a:off x="10647525" y="5759373"/>
            <a:ext cx="1" cy="4292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B27FFEB3-866A-FEFB-E09D-F79C531AF1DF}"/>
              </a:ext>
            </a:extLst>
          </p:cNvPr>
          <p:cNvSpPr txBox="1"/>
          <p:nvPr/>
        </p:nvSpPr>
        <p:spPr>
          <a:xfrm>
            <a:off x="8704774" y="210646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F54CEB8D-000E-D8E0-40A1-4C4B02EF9B6C}"/>
              </a:ext>
            </a:extLst>
          </p:cNvPr>
          <p:cNvSpPr txBox="1"/>
          <p:nvPr/>
        </p:nvSpPr>
        <p:spPr>
          <a:xfrm>
            <a:off x="7877968" y="24220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7465F8B5-DD3C-2F40-A1BF-EF6C0916ED68}"/>
              </a:ext>
            </a:extLst>
          </p:cNvPr>
          <p:cNvSpPr txBox="1"/>
          <p:nvPr/>
        </p:nvSpPr>
        <p:spPr>
          <a:xfrm>
            <a:off x="11431092" y="6237799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/>
              <a:t>ID_CA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6297B8E9-58CA-A199-2CE3-73B2602343FB}"/>
              </a:ext>
            </a:extLst>
          </p:cNvPr>
          <p:cNvSpPr txBox="1"/>
          <p:nvPr/>
        </p:nvSpPr>
        <p:spPr>
          <a:xfrm>
            <a:off x="9518270" y="241424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(2,n)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43633A81-40EE-9233-B00C-838AC4BBADC3}"/>
              </a:ext>
            </a:extLst>
          </p:cNvPr>
          <p:cNvSpPr txBox="1"/>
          <p:nvPr/>
        </p:nvSpPr>
        <p:spPr>
          <a:xfrm>
            <a:off x="10605221" y="299160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1C135B60-EC9A-3E82-CE59-4F40C2221AC4}"/>
              </a:ext>
            </a:extLst>
          </p:cNvPr>
          <p:cNvSpPr txBox="1"/>
          <p:nvPr/>
        </p:nvSpPr>
        <p:spPr>
          <a:xfrm>
            <a:off x="10647524" y="39499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47691D42-7817-CD7C-0D52-B347E3B1316C}"/>
              </a:ext>
            </a:extLst>
          </p:cNvPr>
          <p:cNvSpPr txBox="1"/>
          <p:nvPr/>
        </p:nvSpPr>
        <p:spPr>
          <a:xfrm>
            <a:off x="11153243" y="349689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80B0016D-7ECE-0D70-ABAD-813C36E23128}"/>
              </a:ext>
            </a:extLst>
          </p:cNvPr>
          <p:cNvSpPr txBox="1"/>
          <p:nvPr/>
        </p:nvSpPr>
        <p:spPr>
          <a:xfrm>
            <a:off x="10709007" y="482505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60565CD3-5829-10AF-75DD-4FBAACCB6E4F}"/>
              </a:ext>
            </a:extLst>
          </p:cNvPr>
          <p:cNvSpPr txBox="1"/>
          <p:nvPr/>
        </p:nvSpPr>
        <p:spPr>
          <a:xfrm>
            <a:off x="10714716" y="579009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C9E35FA5-86BD-B39E-5351-D12434F75B5D}"/>
              </a:ext>
            </a:extLst>
          </p:cNvPr>
          <p:cNvSpPr txBox="1"/>
          <p:nvPr/>
        </p:nvSpPr>
        <p:spPr>
          <a:xfrm>
            <a:off x="11175447" y="528480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205" name="Conector recto de flecha 204">
            <a:extLst>
              <a:ext uri="{FF2B5EF4-FFF2-40B4-BE49-F238E27FC236}">
                <a16:creationId xmlns:a16="http://schemas.microsoft.com/office/drawing/2014/main" id="{F7EC5D2A-181B-3CF2-219B-DFCCFBE0ED5B}"/>
              </a:ext>
            </a:extLst>
          </p:cNvPr>
          <p:cNvCxnSpPr>
            <a:cxnSpLocks/>
            <a:stCxn id="31" idx="3"/>
            <a:endCxn id="197" idx="1"/>
          </p:cNvCxnSpPr>
          <p:nvPr/>
        </p:nvCxnSpPr>
        <p:spPr>
          <a:xfrm>
            <a:off x="11187526" y="6368604"/>
            <a:ext cx="243566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0BDAE946-064E-BC79-BBE1-FCDEDE2CE95F}"/>
              </a:ext>
            </a:extLst>
          </p:cNvPr>
          <p:cNvSpPr txBox="1"/>
          <p:nvPr/>
        </p:nvSpPr>
        <p:spPr>
          <a:xfrm>
            <a:off x="11431092" y="4411462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ID_prov</a:t>
            </a:r>
            <a:endParaRPr lang="es-ES" sz="1100" u="sng" dirty="0"/>
          </a:p>
        </p:txBody>
      </p:sp>
      <p:cxnSp>
        <p:nvCxnSpPr>
          <p:cNvPr id="214" name="Conector recto de flecha 213">
            <a:extLst>
              <a:ext uri="{FF2B5EF4-FFF2-40B4-BE49-F238E27FC236}">
                <a16:creationId xmlns:a16="http://schemas.microsoft.com/office/drawing/2014/main" id="{A480725F-9A62-1BE3-8090-CD027B5950B7}"/>
              </a:ext>
            </a:extLst>
          </p:cNvPr>
          <p:cNvCxnSpPr>
            <a:cxnSpLocks/>
            <a:stCxn id="32" idx="3"/>
            <a:endCxn id="213" idx="1"/>
          </p:cNvCxnSpPr>
          <p:nvPr/>
        </p:nvCxnSpPr>
        <p:spPr>
          <a:xfrm flipV="1">
            <a:off x="11187526" y="4542267"/>
            <a:ext cx="243566" cy="259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9451B532-404B-94DE-87AB-1D8ABDFAD4AD}"/>
              </a:ext>
            </a:extLst>
          </p:cNvPr>
          <p:cNvSpPr txBox="1"/>
          <p:nvPr/>
        </p:nvSpPr>
        <p:spPr>
          <a:xfrm>
            <a:off x="8977173" y="623779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Nom_CA</a:t>
            </a:r>
            <a:endParaRPr lang="es-ES" sz="1100" dirty="0"/>
          </a:p>
        </p:txBody>
      </p:sp>
      <p:cxnSp>
        <p:nvCxnSpPr>
          <p:cNvPr id="221" name="Conector recto de flecha 220">
            <a:extLst>
              <a:ext uri="{FF2B5EF4-FFF2-40B4-BE49-F238E27FC236}">
                <a16:creationId xmlns:a16="http://schemas.microsoft.com/office/drawing/2014/main" id="{A79EE8A1-6B4A-8227-EFC7-0A0AC061AF2C}"/>
              </a:ext>
            </a:extLst>
          </p:cNvPr>
          <p:cNvCxnSpPr>
            <a:cxnSpLocks/>
            <a:stCxn id="31" idx="1"/>
            <a:endCxn id="219" idx="3"/>
          </p:cNvCxnSpPr>
          <p:nvPr/>
        </p:nvCxnSpPr>
        <p:spPr>
          <a:xfrm flipH="1">
            <a:off x="9760741" y="6368604"/>
            <a:ext cx="346785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76D5D9AB-DFB2-53C6-EE07-C7936A341648}"/>
              </a:ext>
            </a:extLst>
          </p:cNvPr>
          <p:cNvSpPr txBox="1"/>
          <p:nvPr/>
        </p:nvSpPr>
        <p:spPr>
          <a:xfrm>
            <a:off x="8977173" y="4411462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Nom_prov</a:t>
            </a:r>
            <a:endParaRPr lang="es-ES" sz="1100" dirty="0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8E43DD83-1B7B-C0FA-4367-F7990D791836}"/>
              </a:ext>
            </a:extLst>
          </p:cNvPr>
          <p:cNvCxnSpPr>
            <a:cxnSpLocks/>
            <a:stCxn id="32" idx="1"/>
            <a:endCxn id="228" idx="3"/>
          </p:cNvCxnSpPr>
          <p:nvPr/>
        </p:nvCxnSpPr>
        <p:spPr>
          <a:xfrm flipH="1" flipV="1">
            <a:off x="9910054" y="4542267"/>
            <a:ext cx="197472" cy="259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ector recto de flecha 244">
            <a:extLst>
              <a:ext uri="{FF2B5EF4-FFF2-40B4-BE49-F238E27FC236}">
                <a16:creationId xmlns:a16="http://schemas.microsoft.com/office/drawing/2014/main" id="{5A3CBF3B-CD85-FECE-BBCE-4AA3751DDE95}"/>
              </a:ext>
            </a:extLst>
          </p:cNvPr>
          <p:cNvCxnSpPr>
            <a:cxnSpLocks/>
          </p:cNvCxnSpPr>
          <p:nvPr/>
        </p:nvCxnSpPr>
        <p:spPr>
          <a:xfrm>
            <a:off x="9201536" y="2909605"/>
            <a:ext cx="108055" cy="1405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65AC5B1A-607D-2436-81DE-0565B2393788}"/>
              </a:ext>
            </a:extLst>
          </p:cNvPr>
          <p:cNvSpPr txBox="1"/>
          <p:nvPr/>
        </p:nvSpPr>
        <p:spPr>
          <a:xfrm>
            <a:off x="9164239" y="3027868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</a:t>
            </a:r>
            <a:endParaRPr lang="es-ES" sz="1100" dirty="0"/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BE3B8331-F343-C069-2F00-F14479149242}"/>
              </a:ext>
            </a:extLst>
          </p:cNvPr>
          <p:cNvSpPr txBox="1"/>
          <p:nvPr/>
        </p:nvSpPr>
        <p:spPr>
          <a:xfrm>
            <a:off x="6374855" y="160407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CC2FDB7D-238C-9B8A-333D-CFB4131628F8}"/>
              </a:ext>
            </a:extLst>
          </p:cNvPr>
          <p:cNvSpPr txBox="1"/>
          <p:nvPr/>
        </p:nvSpPr>
        <p:spPr>
          <a:xfrm>
            <a:off x="6174290" y="80774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56ADDE16-6750-A7E4-75F3-0BFBDB36785C}"/>
              </a:ext>
            </a:extLst>
          </p:cNvPr>
          <p:cNvSpPr txBox="1"/>
          <p:nvPr/>
        </p:nvSpPr>
        <p:spPr>
          <a:xfrm>
            <a:off x="5850270" y="113256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DB163F54-2C44-C5B4-CDBA-B3641899C323}"/>
              </a:ext>
            </a:extLst>
          </p:cNvPr>
          <p:cNvSpPr txBox="1"/>
          <p:nvPr/>
        </p:nvSpPr>
        <p:spPr>
          <a:xfrm>
            <a:off x="6367854" y="453169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174FC66E-2875-33BD-A49C-0FE137184E48}"/>
              </a:ext>
            </a:extLst>
          </p:cNvPr>
          <p:cNvSpPr txBox="1"/>
          <p:nvPr/>
        </p:nvSpPr>
        <p:spPr>
          <a:xfrm>
            <a:off x="6543409" y="37231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DEF24BB0-66D3-3CA3-D2EA-2E9ACB9069D7}"/>
              </a:ext>
            </a:extLst>
          </p:cNvPr>
          <p:cNvSpPr txBox="1"/>
          <p:nvPr/>
        </p:nvSpPr>
        <p:spPr>
          <a:xfrm>
            <a:off x="6090224" y="41966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D54BEE11-F661-248A-A58D-4976797072BE}"/>
              </a:ext>
            </a:extLst>
          </p:cNvPr>
          <p:cNvSpPr txBox="1"/>
          <p:nvPr/>
        </p:nvSpPr>
        <p:spPr>
          <a:xfrm>
            <a:off x="6102681" y="244257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742359E7-BF42-F753-1D47-52701A52FE62}"/>
              </a:ext>
            </a:extLst>
          </p:cNvPr>
          <p:cNvSpPr txBox="1"/>
          <p:nvPr/>
        </p:nvSpPr>
        <p:spPr>
          <a:xfrm>
            <a:off x="4237454" y="242387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74EF674-67C5-9D1A-5C1B-2FB9F3A4663A}"/>
              </a:ext>
            </a:extLst>
          </p:cNvPr>
          <p:cNvSpPr txBox="1"/>
          <p:nvPr/>
        </p:nvSpPr>
        <p:spPr>
          <a:xfrm>
            <a:off x="5076489" y="213479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23563858-9C20-1F31-51D1-15A975FB501A}"/>
              </a:ext>
            </a:extLst>
          </p:cNvPr>
          <p:cNvSpPr txBox="1"/>
          <p:nvPr/>
        </p:nvSpPr>
        <p:spPr>
          <a:xfrm>
            <a:off x="3014798" y="42911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FE9F6620-F3BB-8A85-2911-F21FE0C60DBE}"/>
              </a:ext>
            </a:extLst>
          </p:cNvPr>
          <p:cNvSpPr txBox="1"/>
          <p:nvPr/>
        </p:nvSpPr>
        <p:spPr>
          <a:xfrm>
            <a:off x="2590282" y="38069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F31CD7D6-7C66-38E1-14DF-DFE4B9510677}"/>
              </a:ext>
            </a:extLst>
          </p:cNvPr>
          <p:cNvSpPr txBox="1"/>
          <p:nvPr/>
        </p:nvSpPr>
        <p:spPr>
          <a:xfrm>
            <a:off x="3063271" y="344244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5DACB624-6AFF-5CF9-B94D-668879383558}"/>
              </a:ext>
            </a:extLst>
          </p:cNvPr>
          <p:cNvSpPr txBox="1"/>
          <p:nvPr/>
        </p:nvSpPr>
        <p:spPr>
          <a:xfrm>
            <a:off x="2896300" y="87740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60BE5C14-9C63-194D-7DF1-F3F15DD28886}"/>
              </a:ext>
            </a:extLst>
          </p:cNvPr>
          <p:cNvSpPr txBox="1"/>
          <p:nvPr/>
        </p:nvSpPr>
        <p:spPr>
          <a:xfrm>
            <a:off x="3047825" y="184737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40D02745-4275-8405-1005-DB62EBFB2697}"/>
              </a:ext>
            </a:extLst>
          </p:cNvPr>
          <p:cNvSpPr txBox="1"/>
          <p:nvPr/>
        </p:nvSpPr>
        <p:spPr>
          <a:xfrm>
            <a:off x="2518193" y="14050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6" name="CuadroTexto 275">
            <a:extLst>
              <a:ext uri="{FF2B5EF4-FFF2-40B4-BE49-F238E27FC236}">
                <a16:creationId xmlns:a16="http://schemas.microsoft.com/office/drawing/2014/main" id="{68F7BB4D-3213-3882-71AA-F3C9382FB9EB}"/>
              </a:ext>
            </a:extLst>
          </p:cNvPr>
          <p:cNvSpPr txBox="1"/>
          <p:nvPr/>
        </p:nvSpPr>
        <p:spPr>
          <a:xfrm>
            <a:off x="2297862" y="243969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693D0D61-03E6-D6DA-2B82-4FFF579AAB19}"/>
              </a:ext>
            </a:extLst>
          </p:cNvPr>
          <p:cNvSpPr txBox="1"/>
          <p:nvPr/>
        </p:nvSpPr>
        <p:spPr>
          <a:xfrm>
            <a:off x="767462" y="256300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0922E3AA-0780-E800-FA91-7CD2E8D4094F}"/>
              </a:ext>
            </a:extLst>
          </p:cNvPr>
          <p:cNvSpPr txBox="1"/>
          <p:nvPr/>
        </p:nvSpPr>
        <p:spPr>
          <a:xfrm>
            <a:off x="1589305" y="21142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A3E7E8CA-393C-2FD4-6D5C-66FFF789D110}"/>
              </a:ext>
            </a:extLst>
          </p:cNvPr>
          <p:cNvSpPr txBox="1"/>
          <p:nvPr/>
        </p:nvSpPr>
        <p:spPr>
          <a:xfrm>
            <a:off x="11431091" y="25860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ID_node</a:t>
            </a:r>
            <a:endParaRPr lang="es-ES" sz="1100" u="sng" dirty="0"/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DAD0736D-0899-4F10-3A2B-5BF45533116E}"/>
              </a:ext>
            </a:extLst>
          </p:cNvPr>
          <p:cNvCxnSpPr>
            <a:cxnSpLocks/>
            <a:stCxn id="26" idx="3"/>
            <a:endCxn id="279" idx="1"/>
          </p:cNvCxnSpPr>
          <p:nvPr/>
        </p:nvCxnSpPr>
        <p:spPr>
          <a:xfrm flipV="1">
            <a:off x="11187526" y="2716888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83C07B69-B3E6-D108-1C24-DDD47FF8A76F}"/>
              </a:ext>
            </a:extLst>
          </p:cNvPr>
          <p:cNvSpPr txBox="1"/>
          <p:nvPr/>
        </p:nvSpPr>
        <p:spPr>
          <a:xfrm>
            <a:off x="4058526" y="48622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ID_NiCo</a:t>
            </a:r>
            <a:endParaRPr lang="es-ES" sz="1100" u="sng" dirty="0"/>
          </a:p>
        </p:txBody>
      </p:sp>
      <p:cxnSp>
        <p:nvCxnSpPr>
          <p:cNvPr id="284" name="Conector recto de flecha 283">
            <a:extLst>
              <a:ext uri="{FF2B5EF4-FFF2-40B4-BE49-F238E27FC236}">
                <a16:creationId xmlns:a16="http://schemas.microsoft.com/office/drawing/2014/main" id="{E4193D97-2FFA-541D-CAD8-8FD25109EB9E}"/>
              </a:ext>
            </a:extLst>
          </p:cNvPr>
          <p:cNvCxnSpPr>
            <a:cxnSpLocks/>
            <a:endCxn id="283" idx="1"/>
          </p:cNvCxnSpPr>
          <p:nvPr/>
        </p:nvCxnSpPr>
        <p:spPr>
          <a:xfrm flipV="1">
            <a:off x="3814961" y="617033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ector recto de flecha 284">
            <a:extLst>
              <a:ext uri="{FF2B5EF4-FFF2-40B4-BE49-F238E27FC236}">
                <a16:creationId xmlns:a16="http://schemas.microsoft.com/office/drawing/2014/main" id="{3118BB34-A61A-BA25-8661-73A13E512744}"/>
              </a:ext>
            </a:extLst>
          </p:cNvPr>
          <p:cNvCxnSpPr>
            <a:cxnSpLocks/>
          </p:cNvCxnSpPr>
          <p:nvPr/>
        </p:nvCxnSpPr>
        <p:spPr>
          <a:xfrm flipV="1">
            <a:off x="3788484" y="341745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de flecha 286">
            <a:extLst>
              <a:ext uri="{FF2B5EF4-FFF2-40B4-BE49-F238E27FC236}">
                <a16:creationId xmlns:a16="http://schemas.microsoft.com/office/drawing/2014/main" id="{1D02D531-77B5-996C-C954-0E65416DE740}"/>
              </a:ext>
            </a:extLst>
          </p:cNvPr>
          <p:cNvCxnSpPr>
            <a:cxnSpLocks/>
          </p:cNvCxnSpPr>
          <p:nvPr/>
        </p:nvCxnSpPr>
        <p:spPr>
          <a:xfrm flipV="1">
            <a:off x="3442119" y="340304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E4782E86-9D79-D9E0-3896-54218A0D6FCB}"/>
              </a:ext>
            </a:extLst>
          </p:cNvPr>
          <p:cNvSpPr txBox="1"/>
          <p:nvPr/>
        </p:nvSpPr>
        <p:spPr>
          <a:xfrm>
            <a:off x="3642924" y="8615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Color</a:t>
            </a:r>
          </a:p>
        </p:txBody>
      </p: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99684FCC-DF8A-1DA9-7099-C976D5C0E981}"/>
              </a:ext>
            </a:extLst>
          </p:cNvPr>
          <p:cNvSpPr txBox="1"/>
          <p:nvPr/>
        </p:nvSpPr>
        <p:spPr>
          <a:xfrm>
            <a:off x="3066509" y="71523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Nivell</a:t>
            </a:r>
            <a:endParaRPr lang="es-ES" sz="1100" dirty="0"/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98347FC8-D28F-B603-D08E-D690C50E2997}"/>
              </a:ext>
            </a:extLst>
          </p:cNvPr>
          <p:cNvSpPr txBox="1"/>
          <p:nvPr/>
        </p:nvSpPr>
        <p:spPr>
          <a:xfrm>
            <a:off x="1396244" y="1879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ID_Tit</a:t>
            </a:r>
            <a:endParaRPr lang="es-ES" sz="1100" u="sng" dirty="0"/>
          </a:p>
        </p:txBody>
      </p:sp>
      <p:cxnSp>
        <p:nvCxnSpPr>
          <p:cNvPr id="292" name="Conector recto de flecha 291">
            <a:extLst>
              <a:ext uri="{FF2B5EF4-FFF2-40B4-BE49-F238E27FC236}">
                <a16:creationId xmlns:a16="http://schemas.microsoft.com/office/drawing/2014/main" id="{5C39B428-CEBA-D820-004C-06425D2C12F1}"/>
              </a:ext>
            </a:extLst>
          </p:cNvPr>
          <p:cNvCxnSpPr>
            <a:cxnSpLocks/>
            <a:stCxn id="33" idx="3"/>
            <a:endCxn id="291" idx="1"/>
          </p:cNvCxnSpPr>
          <p:nvPr/>
        </p:nvCxnSpPr>
        <p:spPr>
          <a:xfrm flipV="1">
            <a:off x="1200417" y="2010773"/>
            <a:ext cx="195827" cy="22347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de flecha 295">
            <a:extLst>
              <a:ext uri="{FF2B5EF4-FFF2-40B4-BE49-F238E27FC236}">
                <a16:creationId xmlns:a16="http://schemas.microsoft.com/office/drawing/2014/main" id="{5ED85B68-A561-AE42-24AB-AE7EF7E940A7}"/>
              </a:ext>
            </a:extLst>
          </p:cNvPr>
          <p:cNvCxnSpPr>
            <a:cxnSpLocks/>
          </p:cNvCxnSpPr>
          <p:nvPr/>
        </p:nvCxnSpPr>
        <p:spPr>
          <a:xfrm flipV="1">
            <a:off x="375610" y="1962120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C3CC4422-955F-13DA-169C-A0C74E4FCC98}"/>
              </a:ext>
            </a:extLst>
          </p:cNvPr>
          <p:cNvSpPr txBox="1"/>
          <p:nvPr/>
        </p:nvSpPr>
        <p:spPr>
          <a:xfrm>
            <a:off x="62241" y="173856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Nom_tit</a:t>
            </a:r>
            <a:endParaRPr lang="es-ES" sz="1100" dirty="0"/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1D2B340F-64D0-3F1A-441A-91BD91DEFB7C}"/>
              </a:ext>
            </a:extLst>
          </p:cNvPr>
          <p:cNvSpPr txBox="1"/>
          <p:nvPr/>
        </p:nvSpPr>
        <p:spPr>
          <a:xfrm>
            <a:off x="3181518" y="5153183"/>
            <a:ext cx="721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ID_Tipus</a:t>
            </a:r>
            <a:endParaRPr lang="es-ES" sz="1100" u="sng" dirty="0"/>
          </a:p>
        </p:txBody>
      </p:sp>
      <p:cxnSp>
        <p:nvCxnSpPr>
          <p:cNvPr id="299" name="Conector recto de flecha 298">
            <a:extLst>
              <a:ext uri="{FF2B5EF4-FFF2-40B4-BE49-F238E27FC236}">
                <a16:creationId xmlns:a16="http://schemas.microsoft.com/office/drawing/2014/main" id="{E6DB3FCB-99F6-28DF-3721-C6A949F7C22A}"/>
              </a:ext>
            </a:extLst>
          </p:cNvPr>
          <p:cNvCxnSpPr>
            <a:cxnSpLocks/>
            <a:stCxn id="20" idx="2"/>
            <a:endCxn id="298" idx="0"/>
          </p:cNvCxnSpPr>
          <p:nvPr/>
        </p:nvCxnSpPr>
        <p:spPr>
          <a:xfrm flipH="1">
            <a:off x="3542501" y="5005051"/>
            <a:ext cx="1" cy="14813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de flecha 307">
            <a:extLst>
              <a:ext uri="{FF2B5EF4-FFF2-40B4-BE49-F238E27FC236}">
                <a16:creationId xmlns:a16="http://schemas.microsoft.com/office/drawing/2014/main" id="{B953DF7F-7D61-7EEE-1EE4-BDA0211252BA}"/>
              </a:ext>
            </a:extLst>
          </p:cNvPr>
          <p:cNvCxnSpPr>
            <a:cxnSpLocks/>
            <a:stCxn id="20" idx="1"/>
            <a:endCxn id="309" idx="3"/>
          </p:cNvCxnSpPr>
          <p:nvPr/>
        </p:nvCxnSpPr>
        <p:spPr>
          <a:xfrm flipH="1">
            <a:off x="2796475" y="4825051"/>
            <a:ext cx="206027" cy="928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5F7A4480-B1FC-0C1E-0DC6-912D25356593}"/>
              </a:ext>
            </a:extLst>
          </p:cNvPr>
          <p:cNvSpPr txBox="1"/>
          <p:nvPr/>
        </p:nvSpPr>
        <p:spPr>
          <a:xfrm>
            <a:off x="1889942" y="4703529"/>
            <a:ext cx="906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Nom_tipus</a:t>
            </a:r>
            <a:endParaRPr lang="es-ES" sz="1100" dirty="0"/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AA1145D-78D0-CCA5-F04B-294B2936D899}"/>
              </a:ext>
            </a:extLst>
          </p:cNvPr>
          <p:cNvSpPr txBox="1"/>
          <p:nvPr/>
        </p:nvSpPr>
        <p:spPr>
          <a:xfrm rot="19520964">
            <a:off x="3629459" y="2040395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ID_car</a:t>
            </a:r>
            <a:endParaRPr lang="es-ES" sz="1000" u="sng" dirty="0"/>
          </a:p>
        </p:txBody>
      </p:sp>
      <p:cxnSp>
        <p:nvCxnSpPr>
          <p:cNvPr id="314" name="Conector recto de flecha 313">
            <a:extLst>
              <a:ext uri="{FF2B5EF4-FFF2-40B4-BE49-F238E27FC236}">
                <a16:creationId xmlns:a16="http://schemas.microsoft.com/office/drawing/2014/main" id="{5F05AB3A-1BA2-252F-ECB1-85933963DE89}"/>
              </a:ext>
            </a:extLst>
          </p:cNvPr>
          <p:cNvCxnSpPr>
            <a:cxnSpLocks/>
          </p:cNvCxnSpPr>
          <p:nvPr/>
        </p:nvCxnSpPr>
        <p:spPr>
          <a:xfrm flipV="1">
            <a:off x="3863738" y="2422004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ector recto de flecha 330">
            <a:extLst>
              <a:ext uri="{FF2B5EF4-FFF2-40B4-BE49-F238E27FC236}">
                <a16:creationId xmlns:a16="http://schemas.microsoft.com/office/drawing/2014/main" id="{D0A0301B-C922-6709-599B-310B09673314}"/>
              </a:ext>
            </a:extLst>
          </p:cNvPr>
          <p:cNvCxnSpPr>
            <a:cxnSpLocks/>
          </p:cNvCxnSpPr>
          <p:nvPr/>
        </p:nvCxnSpPr>
        <p:spPr>
          <a:xfrm flipV="1">
            <a:off x="4115430" y="2410112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8402174F-C353-55D0-9F66-6BAA97214628}"/>
              </a:ext>
            </a:extLst>
          </p:cNvPr>
          <p:cNvSpPr txBox="1"/>
          <p:nvPr/>
        </p:nvSpPr>
        <p:spPr>
          <a:xfrm rot="19520964">
            <a:off x="3967598" y="204753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</a:t>
            </a:r>
            <a:endParaRPr lang="es-ES" sz="1000" dirty="0"/>
          </a:p>
        </p:txBody>
      </p: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5B2B7043-3BE0-5BB9-D0AE-7D829D82F91A}"/>
              </a:ext>
            </a:extLst>
          </p:cNvPr>
          <p:cNvCxnSpPr>
            <a:cxnSpLocks/>
          </p:cNvCxnSpPr>
          <p:nvPr/>
        </p:nvCxnSpPr>
        <p:spPr>
          <a:xfrm flipV="1">
            <a:off x="3242179" y="244257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BF9B2D5E-8427-B740-5269-CF8F4ADDADBB}"/>
              </a:ext>
            </a:extLst>
          </p:cNvPr>
          <p:cNvSpPr txBox="1"/>
          <p:nvPr/>
        </p:nvSpPr>
        <p:spPr>
          <a:xfrm rot="19520964">
            <a:off x="3030375" y="208873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Accés</a:t>
            </a:r>
            <a:endParaRPr lang="es-ES" sz="1000" dirty="0"/>
          </a:p>
        </p:txBody>
      </p:sp>
      <p:cxnSp>
        <p:nvCxnSpPr>
          <p:cNvPr id="339" name="Conector recto de flecha 338">
            <a:extLst>
              <a:ext uri="{FF2B5EF4-FFF2-40B4-BE49-F238E27FC236}">
                <a16:creationId xmlns:a16="http://schemas.microsoft.com/office/drawing/2014/main" id="{CDA511A5-B995-1334-8634-D7A8839FCCF5}"/>
              </a:ext>
            </a:extLst>
          </p:cNvPr>
          <p:cNvCxnSpPr>
            <a:cxnSpLocks/>
          </p:cNvCxnSpPr>
          <p:nvPr/>
        </p:nvCxnSpPr>
        <p:spPr>
          <a:xfrm flipV="1">
            <a:off x="2927849" y="2435433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A45322E7-06DE-1555-FDFE-7B26060E5314}"/>
              </a:ext>
            </a:extLst>
          </p:cNvPr>
          <p:cNvSpPr txBox="1"/>
          <p:nvPr/>
        </p:nvSpPr>
        <p:spPr>
          <a:xfrm rot="19520964">
            <a:off x="2731007" y="2093562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Doble</a:t>
            </a:r>
          </a:p>
        </p:txBody>
      </p:sp>
      <p:cxnSp>
        <p:nvCxnSpPr>
          <p:cNvPr id="341" name="Conector recto de flecha 340">
            <a:extLst>
              <a:ext uri="{FF2B5EF4-FFF2-40B4-BE49-F238E27FC236}">
                <a16:creationId xmlns:a16="http://schemas.microsoft.com/office/drawing/2014/main" id="{06048FA9-37E8-0E31-3B65-14BC0C5A4926}"/>
              </a:ext>
            </a:extLst>
          </p:cNvPr>
          <p:cNvCxnSpPr>
            <a:cxnSpLocks/>
          </p:cNvCxnSpPr>
          <p:nvPr/>
        </p:nvCxnSpPr>
        <p:spPr>
          <a:xfrm>
            <a:off x="3387436" y="2830120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95AA834-AAEA-FE9D-4525-E32522A545AF}"/>
              </a:ext>
            </a:extLst>
          </p:cNvPr>
          <p:cNvSpPr txBox="1"/>
          <p:nvPr/>
        </p:nvSpPr>
        <p:spPr>
          <a:xfrm rot="19520964">
            <a:off x="2933209" y="298095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Senyal</a:t>
            </a:r>
            <a:endParaRPr lang="es-ES" sz="1000" dirty="0"/>
          </a:p>
        </p:txBody>
      </p:sp>
      <p:cxnSp>
        <p:nvCxnSpPr>
          <p:cNvPr id="344" name="Conector recto de flecha 343">
            <a:extLst>
              <a:ext uri="{FF2B5EF4-FFF2-40B4-BE49-F238E27FC236}">
                <a16:creationId xmlns:a16="http://schemas.microsoft.com/office/drawing/2014/main" id="{DED81DD2-9C64-A3EF-186B-3A346B7F7624}"/>
              </a:ext>
            </a:extLst>
          </p:cNvPr>
          <p:cNvCxnSpPr>
            <a:cxnSpLocks/>
          </p:cNvCxnSpPr>
          <p:nvPr/>
        </p:nvCxnSpPr>
        <p:spPr>
          <a:xfrm>
            <a:off x="4180133" y="2830742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de flecha 344">
            <a:extLst>
              <a:ext uri="{FF2B5EF4-FFF2-40B4-BE49-F238E27FC236}">
                <a16:creationId xmlns:a16="http://schemas.microsoft.com/office/drawing/2014/main" id="{964DC4E5-0633-DF27-8F06-383B1EE9634F}"/>
              </a:ext>
            </a:extLst>
          </p:cNvPr>
          <p:cNvCxnSpPr>
            <a:cxnSpLocks/>
          </p:cNvCxnSpPr>
          <p:nvPr/>
        </p:nvCxnSpPr>
        <p:spPr>
          <a:xfrm>
            <a:off x="3898702" y="2822321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7FD24E85-14DA-912F-2CCF-009C4A7DA1DB}"/>
              </a:ext>
            </a:extLst>
          </p:cNvPr>
          <p:cNvSpPr txBox="1"/>
          <p:nvPr/>
        </p:nvSpPr>
        <p:spPr>
          <a:xfrm rot="19520964">
            <a:off x="3476001" y="2918020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Prefix</a:t>
            </a:r>
            <a:endParaRPr lang="es-ES" sz="1000" dirty="0"/>
          </a:p>
        </p:txBody>
      </p:sp>
      <p:sp>
        <p:nvSpPr>
          <p:cNvPr id="347" name="CuadroTexto 346">
            <a:extLst>
              <a:ext uri="{FF2B5EF4-FFF2-40B4-BE49-F238E27FC236}">
                <a16:creationId xmlns:a16="http://schemas.microsoft.com/office/drawing/2014/main" id="{EE302780-D71C-A045-33CB-01E845C82D55}"/>
              </a:ext>
            </a:extLst>
          </p:cNvPr>
          <p:cNvSpPr txBox="1"/>
          <p:nvPr/>
        </p:nvSpPr>
        <p:spPr>
          <a:xfrm rot="19520964">
            <a:off x="3608447" y="3055323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Obs_car</a:t>
            </a:r>
            <a:endParaRPr lang="es-ES" sz="1000" dirty="0"/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B51AFCF6-5291-448D-88A8-8E9ADB3ED89D}"/>
              </a:ext>
            </a:extLst>
          </p:cNvPr>
          <p:cNvSpPr txBox="1"/>
          <p:nvPr/>
        </p:nvSpPr>
        <p:spPr>
          <a:xfrm>
            <a:off x="5021222" y="45273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ID_entorn</a:t>
            </a:r>
            <a:endParaRPr lang="es-ES" sz="1100" u="sng" dirty="0"/>
          </a:p>
        </p:txBody>
      </p:sp>
      <p:cxnSp>
        <p:nvCxnSpPr>
          <p:cNvPr id="349" name="Conector recto de flecha 348">
            <a:extLst>
              <a:ext uri="{FF2B5EF4-FFF2-40B4-BE49-F238E27FC236}">
                <a16:creationId xmlns:a16="http://schemas.microsoft.com/office/drawing/2014/main" id="{DF55F338-09CD-6CE0-194F-AC871F9063AC}"/>
              </a:ext>
            </a:extLst>
          </p:cNvPr>
          <p:cNvCxnSpPr>
            <a:cxnSpLocks/>
            <a:stCxn id="28" idx="1"/>
            <a:endCxn id="348" idx="3"/>
          </p:cNvCxnSpPr>
          <p:nvPr/>
        </p:nvCxnSpPr>
        <p:spPr>
          <a:xfrm flipH="1">
            <a:off x="5827710" y="58354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de flecha 355">
            <a:extLst>
              <a:ext uri="{FF2B5EF4-FFF2-40B4-BE49-F238E27FC236}">
                <a16:creationId xmlns:a16="http://schemas.microsoft.com/office/drawing/2014/main" id="{A92A4F20-6FDA-9FDF-AE50-B090D549741E}"/>
              </a:ext>
            </a:extLst>
          </p:cNvPr>
          <p:cNvCxnSpPr>
            <a:cxnSpLocks/>
            <a:endCxn id="357" idx="2"/>
          </p:cNvCxnSpPr>
          <p:nvPr/>
        </p:nvCxnSpPr>
        <p:spPr>
          <a:xfrm flipV="1">
            <a:off x="6298356" y="285447"/>
            <a:ext cx="0" cy="15231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91F5488D-DF89-2D1B-F398-953D3D972E8E}"/>
              </a:ext>
            </a:extLst>
          </p:cNvPr>
          <p:cNvSpPr txBox="1"/>
          <p:nvPr/>
        </p:nvSpPr>
        <p:spPr>
          <a:xfrm>
            <a:off x="5884737" y="23837"/>
            <a:ext cx="827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Nom_ent</a:t>
            </a:r>
            <a:endParaRPr lang="es-ES" sz="1100" dirty="0"/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C888D0C9-E2EF-C983-F694-329951684E6E}"/>
              </a:ext>
            </a:extLst>
          </p:cNvPr>
          <p:cNvSpPr txBox="1"/>
          <p:nvPr/>
        </p:nvSpPr>
        <p:spPr>
          <a:xfrm>
            <a:off x="5098951" y="496976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ID_Terr</a:t>
            </a:r>
            <a:endParaRPr lang="es-ES" sz="1100" u="sng" dirty="0"/>
          </a:p>
        </p:txBody>
      </p: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76372B5D-96C8-4DE2-4D10-95E1E15390B4}"/>
              </a:ext>
            </a:extLst>
          </p:cNvPr>
          <p:cNvCxnSpPr>
            <a:cxnSpLocks/>
            <a:endCxn id="362" idx="3"/>
          </p:cNvCxnSpPr>
          <p:nvPr/>
        </p:nvCxnSpPr>
        <p:spPr>
          <a:xfrm flipH="1">
            <a:off x="5905439" y="510057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F93CF46A-3983-23CC-C80E-2D302E992DF4}"/>
              </a:ext>
            </a:extLst>
          </p:cNvPr>
          <p:cNvCxnSpPr>
            <a:cxnSpLocks/>
            <a:endCxn id="365" idx="2"/>
          </p:cNvCxnSpPr>
          <p:nvPr/>
        </p:nvCxnSpPr>
        <p:spPr>
          <a:xfrm flipV="1">
            <a:off x="6057660" y="4793082"/>
            <a:ext cx="0" cy="13172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2F788FCE-F7D5-52AB-4886-911CF51A85F1}"/>
              </a:ext>
            </a:extLst>
          </p:cNvPr>
          <p:cNvSpPr txBox="1"/>
          <p:nvPr/>
        </p:nvSpPr>
        <p:spPr>
          <a:xfrm>
            <a:off x="5646080" y="4531472"/>
            <a:ext cx="823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Nom_Ter</a:t>
            </a:r>
            <a:endParaRPr lang="es-ES" sz="1100" dirty="0"/>
          </a:p>
        </p:txBody>
      </p:sp>
      <p:sp>
        <p:nvSpPr>
          <p:cNvPr id="368" name="CuadroTexto 367">
            <a:extLst>
              <a:ext uri="{FF2B5EF4-FFF2-40B4-BE49-F238E27FC236}">
                <a16:creationId xmlns:a16="http://schemas.microsoft.com/office/drawing/2014/main" id="{4E944B54-2756-03F0-BF90-F8D56A77C78F}"/>
              </a:ext>
            </a:extLst>
          </p:cNvPr>
          <p:cNvSpPr txBox="1"/>
          <p:nvPr/>
        </p:nvSpPr>
        <p:spPr>
          <a:xfrm rot="19520964">
            <a:off x="7168535" y="204910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ID_tram</a:t>
            </a:r>
            <a:endParaRPr lang="es-ES" sz="1000" u="sng" dirty="0"/>
          </a:p>
        </p:txBody>
      </p: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8BBD04D5-250A-567A-9F56-D2B83D8C29B2}"/>
              </a:ext>
            </a:extLst>
          </p:cNvPr>
          <p:cNvCxnSpPr>
            <a:cxnSpLocks/>
          </p:cNvCxnSpPr>
          <p:nvPr/>
        </p:nvCxnSpPr>
        <p:spPr>
          <a:xfrm flipV="1">
            <a:off x="7402814" y="2430717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de flecha 369">
            <a:extLst>
              <a:ext uri="{FF2B5EF4-FFF2-40B4-BE49-F238E27FC236}">
                <a16:creationId xmlns:a16="http://schemas.microsoft.com/office/drawing/2014/main" id="{141FD20D-7C8D-C087-E103-0EADB1E3FD2B}"/>
              </a:ext>
            </a:extLst>
          </p:cNvPr>
          <p:cNvCxnSpPr>
            <a:cxnSpLocks/>
          </p:cNvCxnSpPr>
          <p:nvPr/>
        </p:nvCxnSpPr>
        <p:spPr>
          <a:xfrm flipV="1">
            <a:off x="7723563" y="2443164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CuadroTexto 370">
            <a:extLst>
              <a:ext uri="{FF2B5EF4-FFF2-40B4-BE49-F238E27FC236}">
                <a16:creationId xmlns:a16="http://schemas.microsoft.com/office/drawing/2014/main" id="{9013E947-FCE5-0066-EB8C-E9D340229B91}"/>
              </a:ext>
            </a:extLst>
          </p:cNvPr>
          <p:cNvSpPr txBox="1"/>
          <p:nvPr/>
        </p:nvSpPr>
        <p:spPr>
          <a:xfrm rot="19520964">
            <a:off x="7562076" y="2012477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Num_carrils</a:t>
            </a:r>
            <a:endParaRPr lang="es-ES" sz="1000" dirty="0"/>
          </a:p>
        </p:txBody>
      </p:sp>
      <p:cxnSp>
        <p:nvCxnSpPr>
          <p:cNvPr id="372" name="Conector recto de flecha 371">
            <a:extLst>
              <a:ext uri="{FF2B5EF4-FFF2-40B4-BE49-F238E27FC236}">
                <a16:creationId xmlns:a16="http://schemas.microsoft.com/office/drawing/2014/main" id="{186C4440-83F6-DD3E-3DC7-E5A9E57121B0}"/>
              </a:ext>
            </a:extLst>
          </p:cNvPr>
          <p:cNvCxnSpPr>
            <a:cxnSpLocks/>
          </p:cNvCxnSpPr>
          <p:nvPr/>
        </p:nvCxnSpPr>
        <p:spPr>
          <a:xfrm flipV="1">
            <a:off x="7067007" y="2442576"/>
            <a:ext cx="0" cy="12479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CuadroTexto 372">
            <a:extLst>
              <a:ext uri="{FF2B5EF4-FFF2-40B4-BE49-F238E27FC236}">
                <a16:creationId xmlns:a16="http://schemas.microsoft.com/office/drawing/2014/main" id="{6B55DFFF-6D53-0359-EE5B-A0B8A568F3F6}"/>
              </a:ext>
            </a:extLst>
          </p:cNvPr>
          <p:cNvSpPr txBox="1"/>
          <p:nvPr/>
        </p:nvSpPr>
        <p:spPr>
          <a:xfrm rot="19520964">
            <a:off x="6786145" y="214269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endParaRPr lang="es-ES" sz="1000" dirty="0"/>
          </a:p>
        </p:txBody>
      </p:sp>
      <p:cxnSp>
        <p:nvCxnSpPr>
          <p:cNvPr id="374" name="Conector recto de flecha 373">
            <a:extLst>
              <a:ext uri="{FF2B5EF4-FFF2-40B4-BE49-F238E27FC236}">
                <a16:creationId xmlns:a16="http://schemas.microsoft.com/office/drawing/2014/main" id="{582F7ED3-36A9-EBFC-4AF9-53E42A375651}"/>
              </a:ext>
            </a:extLst>
          </p:cNvPr>
          <p:cNvCxnSpPr>
            <a:cxnSpLocks/>
          </p:cNvCxnSpPr>
          <p:nvPr/>
        </p:nvCxnSpPr>
        <p:spPr>
          <a:xfrm flipV="1">
            <a:off x="6752677" y="244414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E695545F-5493-9219-8F37-0D36A707C928}"/>
              </a:ext>
            </a:extLst>
          </p:cNvPr>
          <p:cNvSpPr txBox="1"/>
          <p:nvPr/>
        </p:nvSpPr>
        <p:spPr>
          <a:xfrm rot="19520964">
            <a:off x="6465181" y="211966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Vel_lim</a:t>
            </a:r>
            <a:endParaRPr lang="es-ES" sz="1000" dirty="0"/>
          </a:p>
        </p:txBody>
      </p: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C3A20CDB-A78D-45C3-9FE9-8B0AC1D8B5BB}"/>
              </a:ext>
            </a:extLst>
          </p:cNvPr>
          <p:cNvCxnSpPr>
            <a:cxnSpLocks/>
          </p:cNvCxnSpPr>
          <p:nvPr/>
        </p:nvCxnSpPr>
        <p:spPr>
          <a:xfrm>
            <a:off x="7721182" y="2896888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CuadroTexto 381">
            <a:extLst>
              <a:ext uri="{FF2B5EF4-FFF2-40B4-BE49-F238E27FC236}">
                <a16:creationId xmlns:a16="http://schemas.microsoft.com/office/drawing/2014/main" id="{89DC22E5-D7EE-6E5A-9A11-21E1F959978B}"/>
              </a:ext>
            </a:extLst>
          </p:cNvPr>
          <p:cNvSpPr txBox="1"/>
          <p:nvPr/>
        </p:nvSpPr>
        <p:spPr>
          <a:xfrm rot="19520964">
            <a:off x="7388565" y="2999933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long</a:t>
            </a:r>
            <a:endParaRPr lang="es-ES" sz="1000" dirty="0"/>
          </a:p>
        </p:txBody>
      </p:sp>
      <p:cxnSp>
        <p:nvCxnSpPr>
          <p:cNvPr id="383" name="Conector recto de flecha 382">
            <a:extLst>
              <a:ext uri="{FF2B5EF4-FFF2-40B4-BE49-F238E27FC236}">
                <a16:creationId xmlns:a16="http://schemas.microsoft.com/office/drawing/2014/main" id="{20664365-F73F-6FDC-94BA-1517B1A111A8}"/>
              </a:ext>
            </a:extLst>
          </p:cNvPr>
          <p:cNvCxnSpPr>
            <a:cxnSpLocks/>
          </p:cNvCxnSpPr>
          <p:nvPr/>
        </p:nvCxnSpPr>
        <p:spPr>
          <a:xfrm>
            <a:off x="6733278" y="2890986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de flecha 384">
            <a:extLst>
              <a:ext uri="{FF2B5EF4-FFF2-40B4-BE49-F238E27FC236}">
                <a16:creationId xmlns:a16="http://schemas.microsoft.com/office/drawing/2014/main" id="{881F9644-51CA-ED50-642B-5EDC0F2DE1FC}"/>
              </a:ext>
            </a:extLst>
          </p:cNvPr>
          <p:cNvCxnSpPr>
            <a:cxnSpLocks/>
          </p:cNvCxnSpPr>
          <p:nvPr/>
        </p:nvCxnSpPr>
        <p:spPr>
          <a:xfrm>
            <a:off x="7075964" y="2890985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CuadroTexto 385">
            <a:extLst>
              <a:ext uri="{FF2B5EF4-FFF2-40B4-BE49-F238E27FC236}">
                <a16:creationId xmlns:a16="http://schemas.microsoft.com/office/drawing/2014/main" id="{5BC00579-8E01-4F62-FD98-BB6F2000DDDF}"/>
              </a:ext>
            </a:extLst>
          </p:cNvPr>
          <p:cNvSpPr txBox="1"/>
          <p:nvPr/>
        </p:nvSpPr>
        <p:spPr>
          <a:xfrm rot="19520964">
            <a:off x="6642464" y="3039959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km_ini</a:t>
            </a:r>
            <a:endParaRPr lang="es-ES" sz="1000" dirty="0"/>
          </a:p>
        </p:txBody>
      </p:sp>
      <p:sp>
        <p:nvSpPr>
          <p:cNvPr id="387" name="CuadroTexto 386">
            <a:extLst>
              <a:ext uri="{FF2B5EF4-FFF2-40B4-BE49-F238E27FC236}">
                <a16:creationId xmlns:a16="http://schemas.microsoft.com/office/drawing/2014/main" id="{AE10B9DC-85D5-0908-5913-3709721396ED}"/>
              </a:ext>
            </a:extLst>
          </p:cNvPr>
          <p:cNvSpPr txBox="1"/>
          <p:nvPr/>
        </p:nvSpPr>
        <p:spPr>
          <a:xfrm rot="19520964">
            <a:off x="6295986" y="3055465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km_fin</a:t>
            </a:r>
            <a:endParaRPr lang="es-ES" sz="1000" dirty="0"/>
          </a:p>
        </p:txBody>
      </p: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CAE14670-DB3F-9BA9-86A7-7F4B8C0E80F8}"/>
              </a:ext>
            </a:extLst>
          </p:cNvPr>
          <p:cNvCxnSpPr>
            <a:cxnSpLocks/>
          </p:cNvCxnSpPr>
          <p:nvPr/>
        </p:nvCxnSpPr>
        <p:spPr>
          <a:xfrm flipV="1">
            <a:off x="11080331" y="2443499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2F65EFCF-682F-CB12-3277-796CBF1C8654}"/>
              </a:ext>
            </a:extLst>
          </p:cNvPr>
          <p:cNvSpPr txBox="1"/>
          <p:nvPr/>
        </p:nvSpPr>
        <p:spPr>
          <a:xfrm rot="19520964">
            <a:off x="10918844" y="2012812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Km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46FD339-B539-8AB1-2908-CF312C5B2613}"/>
              </a:ext>
            </a:extLst>
          </p:cNvPr>
          <p:cNvCxnSpPr>
            <a:cxnSpLocks/>
          </p:cNvCxnSpPr>
          <p:nvPr/>
        </p:nvCxnSpPr>
        <p:spPr>
          <a:xfrm flipH="1">
            <a:off x="8593951" y="2896888"/>
            <a:ext cx="125538" cy="16278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2E82802-B529-D5DA-8FCA-82707B526707}"/>
              </a:ext>
            </a:extLst>
          </p:cNvPr>
          <p:cNvSpPr txBox="1"/>
          <p:nvPr/>
        </p:nvSpPr>
        <p:spPr>
          <a:xfrm>
            <a:off x="8095920" y="3037770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Intersecció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702972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018A5CAE-A3F9-7EAC-1A5C-EACF88317C38}"/>
              </a:ext>
            </a:extLst>
          </p:cNvPr>
          <p:cNvSpPr txBox="1"/>
          <p:nvPr/>
        </p:nvSpPr>
        <p:spPr>
          <a:xfrm>
            <a:off x="593424" y="275326"/>
            <a:ext cx="531535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CARRETERA</a:t>
            </a:r>
            <a:r>
              <a:rPr lang="es-ES" sz="1200" dirty="0"/>
              <a:t> (</a:t>
            </a:r>
            <a:r>
              <a:rPr lang="es-ES" sz="1200" u="sng" dirty="0" err="1"/>
              <a:t>ID_car</a:t>
            </a:r>
            <a:r>
              <a:rPr lang="es-ES" sz="1200" dirty="0"/>
              <a:t>, , </a:t>
            </a:r>
            <a:r>
              <a:rPr lang="es-ES" sz="1200" dirty="0" err="1"/>
              <a:t>Nom</a:t>
            </a:r>
            <a:r>
              <a:rPr lang="es-ES" sz="1200" dirty="0"/>
              <a:t>, </a:t>
            </a:r>
            <a:r>
              <a:rPr lang="es-ES" sz="1200" dirty="0" err="1"/>
              <a:t>Accés</a:t>
            </a:r>
            <a:r>
              <a:rPr lang="es-ES" sz="1200" dirty="0"/>
              <a:t>, Doble, </a:t>
            </a:r>
            <a:r>
              <a:rPr lang="es-ES" sz="1200" dirty="0" err="1"/>
              <a:t>Prefix</a:t>
            </a:r>
            <a:r>
              <a:rPr lang="es-ES" sz="1200" dirty="0"/>
              <a:t>, </a:t>
            </a:r>
            <a:r>
              <a:rPr lang="es-ES" sz="1200" dirty="0" err="1"/>
              <a:t>Senyal</a:t>
            </a:r>
            <a:r>
              <a:rPr lang="es-ES" sz="1200" dirty="0"/>
              <a:t>, </a:t>
            </a:r>
            <a:r>
              <a:rPr lang="es-ES" sz="1200" dirty="0" err="1"/>
              <a:t>Obs_car</a:t>
            </a:r>
            <a:r>
              <a:rPr lang="es-ES" sz="1200" dirty="0"/>
              <a:t>, </a:t>
            </a:r>
            <a:r>
              <a:rPr lang="es-ES" sz="1200" dirty="0" err="1"/>
              <a:t>ID_tit</a:t>
            </a:r>
            <a:r>
              <a:rPr lang="es-ES" sz="1200" dirty="0"/>
              <a:t>,  </a:t>
            </a:r>
            <a:r>
              <a:rPr lang="es-ES" sz="1200" dirty="0" err="1"/>
              <a:t>ID_tipus</a:t>
            </a:r>
            <a:r>
              <a:rPr lang="es-ES" sz="1200" dirty="0"/>
              <a:t>, </a:t>
            </a:r>
            <a:r>
              <a:rPr lang="es-ES" sz="1200" dirty="0" err="1"/>
              <a:t>ID_NiCo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TITULARITAT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ID_tipus</a:t>
            </a:r>
            <a:r>
              <a:rPr lang="es-ES" sz="1200" dirty="0"/>
              <a:t>} referencia TIPUS_VIA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ID_Nico</a:t>
            </a:r>
            <a:r>
              <a:rPr lang="es-ES" sz="1200" dirty="0"/>
              <a:t>} referencia NIVELL_COL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TIPUS_VIA</a:t>
            </a:r>
            <a:r>
              <a:rPr lang="es-ES" sz="1200" dirty="0"/>
              <a:t> (</a:t>
            </a:r>
            <a:r>
              <a:rPr lang="es-ES" sz="1200" u="sng" dirty="0"/>
              <a:t>ID </a:t>
            </a:r>
            <a:r>
              <a:rPr lang="es-ES" sz="1200" u="sng" dirty="0" err="1"/>
              <a:t>tipus</a:t>
            </a:r>
            <a:r>
              <a:rPr lang="es-ES" sz="1200" dirty="0"/>
              <a:t>, , </a:t>
            </a:r>
            <a:r>
              <a:rPr lang="es-ES" sz="1200" dirty="0" err="1"/>
              <a:t>Nom_tipus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NIVELL_COL </a:t>
            </a:r>
            <a:r>
              <a:rPr lang="es-ES" sz="1200" dirty="0"/>
              <a:t>(</a:t>
            </a:r>
            <a:r>
              <a:rPr lang="es-ES" sz="1200" u="sng" dirty="0"/>
              <a:t>ID Nico</a:t>
            </a:r>
            <a:r>
              <a:rPr lang="es-ES" sz="1200" dirty="0"/>
              <a:t>, , </a:t>
            </a:r>
            <a:r>
              <a:rPr lang="es-ES" sz="1200" dirty="0" err="1"/>
              <a:t>Nivell</a:t>
            </a:r>
            <a:r>
              <a:rPr lang="es-ES" sz="1200" dirty="0"/>
              <a:t>, Color)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TITULARITAT</a:t>
            </a:r>
            <a:r>
              <a:rPr lang="es-ES" sz="1200" dirty="0"/>
              <a:t> (</a:t>
            </a:r>
            <a:r>
              <a:rPr lang="es-ES" sz="1200" u="sng" dirty="0" err="1"/>
              <a:t>ID_tit</a:t>
            </a:r>
            <a:r>
              <a:rPr lang="es-ES" sz="1200" dirty="0"/>
              <a:t>, , </a:t>
            </a:r>
            <a:r>
              <a:rPr lang="es-ES" sz="1200" dirty="0" err="1"/>
              <a:t>Nom_tit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TIPUS_TERR</a:t>
            </a:r>
            <a:r>
              <a:rPr lang="es-ES" sz="1200" dirty="0"/>
              <a:t> (</a:t>
            </a:r>
            <a:r>
              <a:rPr lang="es-ES" sz="1200" u="sng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Nom_Ter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ENTORN</a:t>
            </a:r>
            <a:r>
              <a:rPr lang="es-ES" sz="1200" dirty="0"/>
              <a:t> (</a:t>
            </a:r>
            <a:r>
              <a:rPr lang="es-ES" sz="1200" u="sng" dirty="0" err="1"/>
              <a:t>ID_entorn</a:t>
            </a:r>
            <a:r>
              <a:rPr lang="es-ES" sz="1200" dirty="0"/>
              <a:t>, </a:t>
            </a:r>
            <a:r>
              <a:rPr lang="es-ES" sz="1200" dirty="0" err="1"/>
              <a:t>Nom_ent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dirty="0"/>
              <a:t>, , </a:t>
            </a:r>
            <a:r>
              <a:rPr lang="es-ES" sz="1200" dirty="0" err="1"/>
              <a:t>km_ini</a:t>
            </a:r>
            <a:r>
              <a:rPr lang="es-ES" sz="1200" dirty="0"/>
              <a:t>, </a:t>
            </a:r>
            <a:r>
              <a:rPr lang="es-ES" sz="1200" dirty="0" err="1"/>
              <a:t>km_fin</a:t>
            </a:r>
            <a:r>
              <a:rPr lang="es-ES" sz="1200" dirty="0"/>
              <a:t>, </a:t>
            </a:r>
            <a:r>
              <a:rPr lang="es-ES" sz="1200" dirty="0" err="1"/>
              <a:t>long</a:t>
            </a:r>
            <a:r>
              <a:rPr lang="es-ES" sz="1200" dirty="0"/>
              <a:t>, </a:t>
            </a:r>
            <a:r>
              <a:rPr lang="es-ES" sz="1200" dirty="0" err="1"/>
              <a:t>Obs</a:t>
            </a:r>
            <a:r>
              <a:rPr lang="es-ES" sz="1200" dirty="0"/>
              <a:t>., </a:t>
            </a:r>
            <a:r>
              <a:rPr lang="es-ES" sz="1200" dirty="0" err="1"/>
              <a:t>Vel_lim</a:t>
            </a:r>
            <a:r>
              <a:rPr lang="es-ES" sz="1200" dirty="0"/>
              <a:t>, </a:t>
            </a:r>
            <a:r>
              <a:rPr lang="es-ES" sz="1200" dirty="0" err="1"/>
              <a:t>Num_carrils</a:t>
            </a:r>
            <a:r>
              <a:rPr lang="es-ES" sz="1200" dirty="0"/>
              <a:t>, </a:t>
            </a:r>
            <a:r>
              <a:rPr lang="es-ES" sz="1200" dirty="0" err="1"/>
              <a:t>ID_car</a:t>
            </a:r>
            <a:r>
              <a:rPr lang="es-ES" sz="1200" dirty="0"/>
              <a:t>, </a:t>
            </a:r>
            <a:r>
              <a:rPr lang="es-ES" sz="1200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ID_entorn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CARRETERA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ID_Ter</a:t>
            </a:r>
            <a:r>
              <a:rPr lang="es-ES" sz="1200" dirty="0"/>
              <a:t>} referencia TIPUS_TERR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ID_entorn</a:t>
            </a:r>
            <a:r>
              <a:rPr lang="es-ES" sz="1200" dirty="0"/>
              <a:t>} referencia ENTORN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TRAM_NODE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u="sng" dirty="0"/>
              <a:t> + </a:t>
            </a:r>
            <a:r>
              <a:rPr lang="es-ES" sz="1200" u="sng" dirty="0" err="1"/>
              <a:t>ID_node</a:t>
            </a:r>
            <a:r>
              <a:rPr lang="es-ES" sz="1200" dirty="0"/>
              <a:t>, </a:t>
            </a:r>
            <a:r>
              <a:rPr lang="es-ES" sz="1200" dirty="0" err="1"/>
              <a:t>tipus</a:t>
            </a:r>
            <a:r>
              <a:rPr lang="es-ES" sz="1200" dirty="0"/>
              <a:t>, </a:t>
            </a:r>
            <a:r>
              <a:rPr lang="es-ES" sz="1200" dirty="0" err="1"/>
              <a:t>Intersecció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ID_tram</a:t>
            </a:r>
            <a:r>
              <a:rPr lang="es-ES" sz="1200" dirty="0"/>
              <a:t>} referencia TRAM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dirty="0"/>
              <a:t>, km)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NODE_PROV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u="sng" dirty="0"/>
              <a:t> + </a:t>
            </a:r>
            <a:r>
              <a:rPr lang="es-ES" sz="1200" u="sng" dirty="0" err="1"/>
              <a:t>ID_prov</a:t>
            </a:r>
            <a:r>
              <a:rPr lang="es-ES" sz="1200" u="sng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PROVINCIA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dirty="0"/>
              <a:t>, </a:t>
            </a:r>
            <a:r>
              <a:rPr lang="es-ES" sz="1200" dirty="0" err="1"/>
              <a:t>Nom_prov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PROV_CA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u="sng" dirty="0"/>
              <a:t> + ID_CA)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/>
              <a:t>{ID_CA} referencia CA</a:t>
            </a:r>
          </a:p>
          <a:p>
            <a:r>
              <a:rPr lang="es-ES" sz="1200" dirty="0">
                <a:solidFill>
                  <a:srgbClr val="FF0000"/>
                </a:solidFill>
              </a:rPr>
              <a:t>CA</a:t>
            </a:r>
            <a:r>
              <a:rPr lang="es-ES" sz="1200" dirty="0"/>
              <a:t> (</a:t>
            </a:r>
            <a:r>
              <a:rPr lang="es-ES" sz="1200" u="sng" dirty="0"/>
              <a:t>ID_CA</a:t>
            </a:r>
            <a:r>
              <a:rPr lang="es-ES" sz="1200" dirty="0"/>
              <a:t>, </a:t>
            </a:r>
            <a:r>
              <a:rPr lang="es-ES" sz="1200" dirty="0" err="1"/>
              <a:t>Nom_CA</a:t>
            </a:r>
            <a:r>
              <a:rPr lang="es-ES" sz="1200" dirty="0"/>
              <a:t>)</a:t>
            </a:r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744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B96EAD6-854D-AA49-A9CD-24707E1262D3}"/>
              </a:ext>
            </a:extLst>
          </p:cNvPr>
          <p:cNvGraphicFramePr>
            <a:graphicFrameLocks noGrp="1"/>
          </p:cNvGraphicFramePr>
          <p:nvPr/>
        </p:nvGraphicFramePr>
        <p:xfrm>
          <a:off x="73804" y="89938"/>
          <a:ext cx="11614991" cy="573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916">
                  <a:extLst>
                    <a:ext uri="{9D8B030D-6E8A-4147-A177-3AD203B41FA5}">
                      <a16:colId xmlns:a16="http://schemas.microsoft.com/office/drawing/2014/main" val="1601374050"/>
                    </a:ext>
                  </a:extLst>
                </a:gridCol>
                <a:gridCol w="1170317">
                  <a:extLst>
                    <a:ext uri="{9D8B030D-6E8A-4147-A177-3AD203B41FA5}">
                      <a16:colId xmlns:a16="http://schemas.microsoft.com/office/drawing/2014/main" val="1259602636"/>
                    </a:ext>
                  </a:extLst>
                </a:gridCol>
                <a:gridCol w="970471">
                  <a:extLst>
                    <a:ext uri="{9D8B030D-6E8A-4147-A177-3AD203B41FA5}">
                      <a16:colId xmlns:a16="http://schemas.microsoft.com/office/drawing/2014/main" val="1508842919"/>
                    </a:ext>
                  </a:extLst>
                </a:gridCol>
                <a:gridCol w="963284">
                  <a:extLst>
                    <a:ext uri="{9D8B030D-6E8A-4147-A177-3AD203B41FA5}">
                      <a16:colId xmlns:a16="http://schemas.microsoft.com/office/drawing/2014/main" val="3337946417"/>
                    </a:ext>
                  </a:extLst>
                </a:gridCol>
                <a:gridCol w="941716">
                  <a:extLst>
                    <a:ext uri="{9D8B030D-6E8A-4147-A177-3AD203B41FA5}">
                      <a16:colId xmlns:a16="http://schemas.microsoft.com/office/drawing/2014/main" val="2394046994"/>
                    </a:ext>
                  </a:extLst>
                </a:gridCol>
                <a:gridCol w="793791">
                  <a:extLst>
                    <a:ext uri="{9D8B030D-6E8A-4147-A177-3AD203B41FA5}">
                      <a16:colId xmlns:a16="http://schemas.microsoft.com/office/drawing/2014/main" val="619771999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87516920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66492868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453211853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377220781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203851742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4139075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carretera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titularitat</a:t>
                      </a:r>
                      <a:endParaRPr lang="es-ES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nivel_col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tipus_via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tram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Tipus_node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8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carretera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2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titularitat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90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nivel_col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1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tipus_via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47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tram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1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8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05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16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3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Tipus_node</a:t>
                      </a:r>
                      <a:endParaRPr lang="es-ES" sz="1200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35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593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38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57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705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DD26E3B-3828-2498-AACD-9505E97917E5}"/>
              </a:ext>
            </a:extLst>
          </p:cNvPr>
          <p:cNvSpPr/>
          <p:nvPr/>
        </p:nvSpPr>
        <p:spPr>
          <a:xfrm>
            <a:off x="2809567" y="2536888"/>
            <a:ext cx="1465870" cy="284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carretera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1A09FCC-AFE9-A580-1702-CA03489BF40D}"/>
              </a:ext>
            </a:extLst>
          </p:cNvPr>
          <p:cNvSpPr/>
          <p:nvPr/>
        </p:nvSpPr>
        <p:spPr>
          <a:xfrm>
            <a:off x="3002502" y="4645051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Tipus_via</a:t>
            </a:r>
            <a:endParaRPr lang="es-ES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1D820DB-1D6C-B198-7BDE-30F949AF3CBF}"/>
              </a:ext>
            </a:extLst>
          </p:cNvPr>
          <p:cNvSpPr/>
          <p:nvPr/>
        </p:nvSpPr>
        <p:spPr>
          <a:xfrm>
            <a:off x="6726587" y="253688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Tram</a:t>
            </a:r>
            <a:endParaRPr lang="es-ES" sz="12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ED5A598-B256-E623-7409-DF62AD0E915C}"/>
              </a:ext>
            </a:extLst>
          </p:cNvPr>
          <p:cNvSpPr/>
          <p:nvPr/>
        </p:nvSpPr>
        <p:spPr>
          <a:xfrm>
            <a:off x="10107526" y="2541113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node</a:t>
            </a:r>
            <a:endParaRPr lang="es-ES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20C03F3-8008-2A90-46FC-6CFB60DF22DE}"/>
              </a:ext>
            </a:extLst>
          </p:cNvPr>
          <p:cNvSpPr/>
          <p:nvPr/>
        </p:nvSpPr>
        <p:spPr>
          <a:xfrm>
            <a:off x="6042194" y="4924807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Tipus_terr</a:t>
            </a:r>
            <a:endParaRPr lang="es-ES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571C4A-CFC0-ABAE-D4B1-D66D32316D70}"/>
              </a:ext>
            </a:extLst>
          </p:cNvPr>
          <p:cNvSpPr/>
          <p:nvPr/>
        </p:nvSpPr>
        <p:spPr>
          <a:xfrm>
            <a:off x="6001030" y="40354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entorn</a:t>
            </a:r>
            <a:endParaRPr lang="es-ES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5E5E4A6-8FCA-6C24-75D5-F4A6792C0DEB}"/>
              </a:ext>
            </a:extLst>
          </p:cNvPr>
          <p:cNvSpPr/>
          <p:nvPr/>
        </p:nvSpPr>
        <p:spPr>
          <a:xfrm>
            <a:off x="2824807" y="43776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Nivell_col</a:t>
            </a:r>
            <a:endParaRPr lang="es-ES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616DF44-0587-EA5C-C69D-FF422A6DB4D6}"/>
              </a:ext>
            </a:extLst>
          </p:cNvPr>
          <p:cNvSpPr/>
          <p:nvPr/>
        </p:nvSpPr>
        <p:spPr>
          <a:xfrm>
            <a:off x="10107526" y="618860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07C93E-24C9-FB48-2AE1-F0D14638F71B}"/>
              </a:ext>
            </a:extLst>
          </p:cNvPr>
          <p:cNvSpPr/>
          <p:nvPr/>
        </p:nvSpPr>
        <p:spPr>
          <a:xfrm>
            <a:off x="10107526" y="436485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prov</a:t>
            </a:r>
            <a:endParaRPr lang="es-ES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403315-FBF7-C66E-F33B-124050F9D992}"/>
              </a:ext>
            </a:extLst>
          </p:cNvPr>
          <p:cNvSpPr/>
          <p:nvPr/>
        </p:nvSpPr>
        <p:spPr>
          <a:xfrm>
            <a:off x="120417" y="2054245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titularitat</a:t>
            </a:r>
            <a:endParaRPr lang="es-ES" sz="1200" dirty="0"/>
          </a:p>
        </p:txBody>
      </p:sp>
      <p:sp>
        <p:nvSpPr>
          <p:cNvPr id="35" name="Rombo 34">
            <a:extLst>
              <a:ext uri="{FF2B5EF4-FFF2-40B4-BE49-F238E27FC236}">
                <a16:creationId xmlns:a16="http://schemas.microsoft.com/office/drawing/2014/main" id="{1381AEBB-D41E-2D14-8569-73FB023DC95B}"/>
              </a:ext>
            </a:extLst>
          </p:cNvPr>
          <p:cNvSpPr/>
          <p:nvPr/>
        </p:nvSpPr>
        <p:spPr>
          <a:xfrm>
            <a:off x="4655775" y="241424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/>
              <a:t>conté</a:t>
            </a:r>
            <a:endParaRPr lang="es-ES" sz="1200" dirty="0"/>
          </a:p>
        </p:txBody>
      </p:sp>
      <p:sp>
        <p:nvSpPr>
          <p:cNvPr id="43" name="Rombo 42">
            <a:extLst>
              <a:ext uri="{FF2B5EF4-FFF2-40B4-BE49-F238E27FC236}">
                <a16:creationId xmlns:a16="http://schemas.microsoft.com/office/drawing/2014/main" id="{0A2BD5A0-DA11-22F5-39AC-B084E714FFC7}"/>
              </a:ext>
            </a:extLst>
          </p:cNvPr>
          <p:cNvSpPr/>
          <p:nvPr/>
        </p:nvSpPr>
        <p:spPr>
          <a:xfrm>
            <a:off x="3089235" y="3673525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sp>
        <p:nvSpPr>
          <p:cNvPr id="45" name="Rombo 44">
            <a:extLst>
              <a:ext uri="{FF2B5EF4-FFF2-40B4-BE49-F238E27FC236}">
                <a16:creationId xmlns:a16="http://schemas.microsoft.com/office/drawing/2014/main" id="{5B05CD33-F1A8-220E-649E-104D434B1353}"/>
              </a:ext>
            </a:extLst>
          </p:cNvPr>
          <p:cNvSpPr/>
          <p:nvPr/>
        </p:nvSpPr>
        <p:spPr>
          <a:xfrm>
            <a:off x="3061144" y="123118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BA00DC5A-F5FD-ADBC-31CA-308824B6E45E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>
            <a:off x="3364807" y="797764"/>
            <a:ext cx="149604" cy="4334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78FA287-82B9-089D-5283-F6EDA2D09A58}"/>
              </a:ext>
            </a:extLst>
          </p:cNvPr>
          <p:cNvCxnSpPr>
            <a:cxnSpLocks/>
            <a:stCxn id="45" idx="2"/>
            <a:endCxn id="19" idx="0"/>
          </p:cNvCxnSpPr>
          <p:nvPr/>
        </p:nvCxnSpPr>
        <p:spPr>
          <a:xfrm>
            <a:off x="3514411" y="1836471"/>
            <a:ext cx="28091" cy="700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7CF322CA-BB63-CE72-D86F-2126EBDEF877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3542502" y="2821432"/>
            <a:ext cx="0" cy="852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2F0E85B-E0DA-7738-7931-EDFE5D117131}"/>
              </a:ext>
            </a:extLst>
          </p:cNvPr>
          <p:cNvCxnSpPr>
            <a:cxnSpLocks/>
            <a:stCxn id="43" idx="2"/>
            <a:endCxn id="20" idx="0"/>
          </p:cNvCxnSpPr>
          <p:nvPr/>
        </p:nvCxnSpPr>
        <p:spPr>
          <a:xfrm>
            <a:off x="3542502" y="4278810"/>
            <a:ext cx="0" cy="366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mbo 126">
            <a:extLst>
              <a:ext uri="{FF2B5EF4-FFF2-40B4-BE49-F238E27FC236}">
                <a16:creationId xmlns:a16="http://schemas.microsoft.com/office/drawing/2014/main" id="{8222B333-60B0-390C-B912-E5EA561031D1}"/>
              </a:ext>
            </a:extLst>
          </p:cNvPr>
          <p:cNvSpPr/>
          <p:nvPr/>
        </p:nvSpPr>
        <p:spPr>
          <a:xfrm>
            <a:off x="1408559" y="241424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942476FA-8961-AA21-2344-F87E684A0928}"/>
              </a:ext>
            </a:extLst>
          </p:cNvPr>
          <p:cNvCxnSpPr>
            <a:cxnSpLocks/>
            <a:stCxn id="127" idx="1"/>
            <a:endCxn id="33" idx="2"/>
          </p:cNvCxnSpPr>
          <p:nvPr/>
        </p:nvCxnSpPr>
        <p:spPr>
          <a:xfrm flipH="1" flipV="1">
            <a:off x="660417" y="2414245"/>
            <a:ext cx="748142" cy="302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C6088F9F-BE4E-F490-83AC-E593A754D5BB}"/>
              </a:ext>
            </a:extLst>
          </p:cNvPr>
          <p:cNvCxnSpPr>
            <a:cxnSpLocks/>
            <a:stCxn id="127" idx="3"/>
            <a:endCxn id="19" idx="1"/>
          </p:cNvCxnSpPr>
          <p:nvPr/>
        </p:nvCxnSpPr>
        <p:spPr>
          <a:xfrm flipV="1">
            <a:off x="2315092" y="2679160"/>
            <a:ext cx="494475" cy="37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mbo 142">
            <a:extLst>
              <a:ext uri="{FF2B5EF4-FFF2-40B4-BE49-F238E27FC236}">
                <a16:creationId xmlns:a16="http://schemas.microsoft.com/office/drawing/2014/main" id="{F6E68648-5D67-3FE8-ABC3-7D2902FB1BA5}"/>
              </a:ext>
            </a:extLst>
          </p:cNvPr>
          <p:cNvSpPr/>
          <p:nvPr/>
        </p:nvSpPr>
        <p:spPr>
          <a:xfrm>
            <a:off x="6353424" y="1026074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44" name="Rombo 143">
            <a:extLst>
              <a:ext uri="{FF2B5EF4-FFF2-40B4-BE49-F238E27FC236}">
                <a16:creationId xmlns:a16="http://schemas.microsoft.com/office/drawing/2014/main" id="{A6387105-A560-764C-E1E0-A57C01272AD7}"/>
              </a:ext>
            </a:extLst>
          </p:cNvPr>
          <p:cNvSpPr/>
          <p:nvPr/>
        </p:nvSpPr>
        <p:spPr>
          <a:xfrm>
            <a:off x="6582193" y="4056992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 err="1"/>
              <a:t>és</a:t>
            </a:r>
            <a:endParaRPr lang="es-ES" sz="1200" dirty="0"/>
          </a:p>
        </p:txBody>
      </p: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B7B687C3-D04D-A2AE-A5B7-488F958B6609}"/>
              </a:ext>
            </a:extLst>
          </p:cNvPr>
          <p:cNvCxnSpPr>
            <a:cxnSpLocks/>
            <a:stCxn id="28" idx="2"/>
            <a:endCxn id="143" idx="0"/>
          </p:cNvCxnSpPr>
          <p:nvPr/>
        </p:nvCxnSpPr>
        <p:spPr>
          <a:xfrm>
            <a:off x="6541030" y="763544"/>
            <a:ext cx="265661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20B1A39C-A927-AAF5-87E7-D3246B329673}"/>
              </a:ext>
            </a:extLst>
          </p:cNvPr>
          <p:cNvCxnSpPr>
            <a:cxnSpLocks/>
            <a:stCxn id="143" idx="2"/>
            <a:endCxn id="24" idx="0"/>
          </p:cNvCxnSpPr>
          <p:nvPr/>
        </p:nvCxnSpPr>
        <p:spPr>
          <a:xfrm>
            <a:off x="6806691" y="1631359"/>
            <a:ext cx="459896" cy="905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0C9423EF-239A-1EF3-D7CD-E309605EC05D}"/>
              </a:ext>
            </a:extLst>
          </p:cNvPr>
          <p:cNvCxnSpPr>
            <a:cxnSpLocks/>
            <a:stCxn id="24" idx="2"/>
            <a:endCxn id="144" idx="0"/>
          </p:cNvCxnSpPr>
          <p:nvPr/>
        </p:nvCxnSpPr>
        <p:spPr>
          <a:xfrm flipH="1">
            <a:off x="7035460" y="2896888"/>
            <a:ext cx="231127" cy="11601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0AC6C8FC-D48E-3B04-D632-DE4A56B74C3A}"/>
              </a:ext>
            </a:extLst>
          </p:cNvPr>
          <p:cNvCxnSpPr>
            <a:cxnSpLocks/>
            <a:stCxn id="144" idx="2"/>
            <a:endCxn id="27" idx="0"/>
          </p:cNvCxnSpPr>
          <p:nvPr/>
        </p:nvCxnSpPr>
        <p:spPr>
          <a:xfrm flipH="1">
            <a:off x="6582194" y="4662277"/>
            <a:ext cx="453266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95F08DE-B849-13DD-D4A2-5F956A053B7E}"/>
              </a:ext>
            </a:extLst>
          </p:cNvPr>
          <p:cNvCxnSpPr>
            <a:cxnSpLocks/>
            <a:stCxn id="19" idx="3"/>
            <a:endCxn id="35" idx="1"/>
          </p:cNvCxnSpPr>
          <p:nvPr/>
        </p:nvCxnSpPr>
        <p:spPr>
          <a:xfrm>
            <a:off x="4275437" y="2679160"/>
            <a:ext cx="380338" cy="37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842C9F30-DABF-FEBC-C7BB-7696A0A386FF}"/>
              </a:ext>
            </a:extLst>
          </p:cNvPr>
          <p:cNvCxnSpPr>
            <a:cxnSpLocks/>
            <a:stCxn id="35" idx="3"/>
            <a:endCxn id="24" idx="1"/>
          </p:cNvCxnSpPr>
          <p:nvPr/>
        </p:nvCxnSpPr>
        <p:spPr>
          <a:xfrm>
            <a:off x="5975618" y="2716888"/>
            <a:ext cx="7509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mbo 162">
            <a:extLst>
              <a:ext uri="{FF2B5EF4-FFF2-40B4-BE49-F238E27FC236}">
                <a16:creationId xmlns:a16="http://schemas.microsoft.com/office/drawing/2014/main" id="{AAB33725-D41F-B896-8957-F014BA38EE40}"/>
              </a:ext>
            </a:extLst>
          </p:cNvPr>
          <p:cNvSpPr/>
          <p:nvPr/>
        </p:nvSpPr>
        <p:spPr>
          <a:xfrm>
            <a:off x="8362246" y="2414245"/>
            <a:ext cx="1205280" cy="59887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 err="1"/>
              <a:t>intersecta</a:t>
            </a:r>
            <a:endParaRPr lang="es-ES" sz="1200" dirty="0"/>
          </a:p>
        </p:txBody>
      </p:sp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8520BE1E-EC13-22FE-3B60-FA0AC90B3579}"/>
              </a:ext>
            </a:extLst>
          </p:cNvPr>
          <p:cNvCxnSpPr>
            <a:cxnSpLocks/>
            <a:stCxn id="24" idx="3"/>
            <a:endCxn id="163" idx="1"/>
          </p:cNvCxnSpPr>
          <p:nvPr/>
        </p:nvCxnSpPr>
        <p:spPr>
          <a:xfrm flipV="1">
            <a:off x="7806587" y="2713684"/>
            <a:ext cx="555659" cy="32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194C0A57-7053-F610-F280-607E00B9D685}"/>
              </a:ext>
            </a:extLst>
          </p:cNvPr>
          <p:cNvCxnSpPr>
            <a:cxnSpLocks/>
            <a:stCxn id="163" idx="3"/>
            <a:endCxn id="26" idx="1"/>
          </p:cNvCxnSpPr>
          <p:nvPr/>
        </p:nvCxnSpPr>
        <p:spPr>
          <a:xfrm>
            <a:off x="9567526" y="2713684"/>
            <a:ext cx="540000" cy="7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mbo 179">
            <a:extLst>
              <a:ext uri="{FF2B5EF4-FFF2-40B4-BE49-F238E27FC236}">
                <a16:creationId xmlns:a16="http://schemas.microsoft.com/office/drawing/2014/main" id="{06C24841-43B8-54E1-F212-8C21CDA6BB73}"/>
              </a:ext>
            </a:extLst>
          </p:cNvPr>
          <p:cNvSpPr/>
          <p:nvPr/>
        </p:nvSpPr>
        <p:spPr>
          <a:xfrm>
            <a:off x="10194259" y="3351603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81" name="Rombo 180">
            <a:extLst>
              <a:ext uri="{FF2B5EF4-FFF2-40B4-BE49-F238E27FC236}">
                <a16:creationId xmlns:a16="http://schemas.microsoft.com/office/drawing/2014/main" id="{C7B0795E-1ABD-14FE-BC70-F5B23F8575DC}"/>
              </a:ext>
            </a:extLst>
          </p:cNvPr>
          <p:cNvSpPr/>
          <p:nvPr/>
        </p:nvSpPr>
        <p:spPr>
          <a:xfrm>
            <a:off x="10194258" y="515408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3DFEB6DB-3AB4-28FF-1237-52C4DFC24B5A}"/>
              </a:ext>
            </a:extLst>
          </p:cNvPr>
          <p:cNvCxnSpPr>
            <a:cxnSpLocks/>
            <a:stCxn id="26" idx="2"/>
            <a:endCxn id="180" idx="0"/>
          </p:cNvCxnSpPr>
          <p:nvPr/>
        </p:nvCxnSpPr>
        <p:spPr>
          <a:xfrm>
            <a:off x="10647526" y="2901113"/>
            <a:ext cx="0" cy="450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49905145-5624-0AAD-9FD0-0A3037E59637}"/>
              </a:ext>
            </a:extLst>
          </p:cNvPr>
          <p:cNvCxnSpPr>
            <a:cxnSpLocks/>
            <a:stCxn id="180" idx="2"/>
            <a:endCxn id="32" idx="0"/>
          </p:cNvCxnSpPr>
          <p:nvPr/>
        </p:nvCxnSpPr>
        <p:spPr>
          <a:xfrm>
            <a:off x="10647526" y="3956888"/>
            <a:ext cx="0" cy="407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266801A3-98EB-C58B-0005-6F6CA33AD513}"/>
              </a:ext>
            </a:extLst>
          </p:cNvPr>
          <p:cNvCxnSpPr>
            <a:cxnSpLocks/>
            <a:stCxn id="32" idx="2"/>
            <a:endCxn id="181" idx="0"/>
          </p:cNvCxnSpPr>
          <p:nvPr/>
        </p:nvCxnSpPr>
        <p:spPr>
          <a:xfrm flipH="1">
            <a:off x="10647525" y="4724858"/>
            <a:ext cx="1" cy="429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88CFF938-6609-16F1-22A5-3F6EA706AF05}"/>
              </a:ext>
            </a:extLst>
          </p:cNvPr>
          <p:cNvCxnSpPr>
            <a:cxnSpLocks/>
            <a:stCxn id="181" idx="2"/>
            <a:endCxn id="31" idx="0"/>
          </p:cNvCxnSpPr>
          <p:nvPr/>
        </p:nvCxnSpPr>
        <p:spPr>
          <a:xfrm>
            <a:off x="10647525" y="5759373"/>
            <a:ext cx="1" cy="4292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B27FFEB3-866A-FEFB-E09D-F79C531AF1DF}"/>
              </a:ext>
            </a:extLst>
          </p:cNvPr>
          <p:cNvSpPr txBox="1"/>
          <p:nvPr/>
        </p:nvSpPr>
        <p:spPr>
          <a:xfrm>
            <a:off x="8704774" y="210646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F54CEB8D-000E-D8E0-40A1-4C4B02EF9B6C}"/>
              </a:ext>
            </a:extLst>
          </p:cNvPr>
          <p:cNvSpPr txBox="1"/>
          <p:nvPr/>
        </p:nvSpPr>
        <p:spPr>
          <a:xfrm>
            <a:off x="7877968" y="24220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7465F8B5-DD3C-2F40-A1BF-EF6C0916ED68}"/>
              </a:ext>
            </a:extLst>
          </p:cNvPr>
          <p:cNvSpPr txBox="1"/>
          <p:nvPr/>
        </p:nvSpPr>
        <p:spPr>
          <a:xfrm>
            <a:off x="11431092" y="6237799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/>
              <a:t>ID_CA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6297B8E9-58CA-A199-2CE3-73B2602343FB}"/>
              </a:ext>
            </a:extLst>
          </p:cNvPr>
          <p:cNvSpPr txBox="1"/>
          <p:nvPr/>
        </p:nvSpPr>
        <p:spPr>
          <a:xfrm>
            <a:off x="9518270" y="241424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(2,n)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43633A81-40EE-9233-B00C-838AC4BBADC3}"/>
              </a:ext>
            </a:extLst>
          </p:cNvPr>
          <p:cNvSpPr txBox="1"/>
          <p:nvPr/>
        </p:nvSpPr>
        <p:spPr>
          <a:xfrm>
            <a:off x="10605221" y="299160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1C135B60-EC9A-3E82-CE59-4F40C2221AC4}"/>
              </a:ext>
            </a:extLst>
          </p:cNvPr>
          <p:cNvSpPr txBox="1"/>
          <p:nvPr/>
        </p:nvSpPr>
        <p:spPr>
          <a:xfrm>
            <a:off x="10647524" y="39499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47691D42-7817-CD7C-0D52-B347E3B1316C}"/>
              </a:ext>
            </a:extLst>
          </p:cNvPr>
          <p:cNvSpPr txBox="1"/>
          <p:nvPr/>
        </p:nvSpPr>
        <p:spPr>
          <a:xfrm>
            <a:off x="11153243" y="349689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80B0016D-7ECE-0D70-ABAD-813C36E23128}"/>
              </a:ext>
            </a:extLst>
          </p:cNvPr>
          <p:cNvSpPr txBox="1"/>
          <p:nvPr/>
        </p:nvSpPr>
        <p:spPr>
          <a:xfrm>
            <a:off x="10709007" y="482505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60565CD3-5829-10AF-75DD-4FBAACCB6E4F}"/>
              </a:ext>
            </a:extLst>
          </p:cNvPr>
          <p:cNvSpPr txBox="1"/>
          <p:nvPr/>
        </p:nvSpPr>
        <p:spPr>
          <a:xfrm>
            <a:off x="10714716" y="579009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C9E35FA5-86BD-B39E-5351-D12434F75B5D}"/>
              </a:ext>
            </a:extLst>
          </p:cNvPr>
          <p:cNvSpPr txBox="1"/>
          <p:nvPr/>
        </p:nvSpPr>
        <p:spPr>
          <a:xfrm>
            <a:off x="11175447" y="528480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205" name="Conector recto de flecha 204">
            <a:extLst>
              <a:ext uri="{FF2B5EF4-FFF2-40B4-BE49-F238E27FC236}">
                <a16:creationId xmlns:a16="http://schemas.microsoft.com/office/drawing/2014/main" id="{F7EC5D2A-181B-3CF2-219B-DFCCFBE0ED5B}"/>
              </a:ext>
            </a:extLst>
          </p:cNvPr>
          <p:cNvCxnSpPr>
            <a:cxnSpLocks/>
            <a:stCxn id="31" idx="3"/>
            <a:endCxn id="197" idx="1"/>
          </p:cNvCxnSpPr>
          <p:nvPr/>
        </p:nvCxnSpPr>
        <p:spPr>
          <a:xfrm>
            <a:off x="11187526" y="6368604"/>
            <a:ext cx="243566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0BDAE946-064E-BC79-BBE1-FCDEDE2CE95F}"/>
              </a:ext>
            </a:extLst>
          </p:cNvPr>
          <p:cNvSpPr txBox="1"/>
          <p:nvPr/>
        </p:nvSpPr>
        <p:spPr>
          <a:xfrm>
            <a:off x="11431092" y="4411462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ID_prov</a:t>
            </a:r>
            <a:endParaRPr lang="es-ES" sz="1100" u="sng" dirty="0"/>
          </a:p>
        </p:txBody>
      </p:sp>
      <p:cxnSp>
        <p:nvCxnSpPr>
          <p:cNvPr id="214" name="Conector recto de flecha 213">
            <a:extLst>
              <a:ext uri="{FF2B5EF4-FFF2-40B4-BE49-F238E27FC236}">
                <a16:creationId xmlns:a16="http://schemas.microsoft.com/office/drawing/2014/main" id="{A480725F-9A62-1BE3-8090-CD027B5950B7}"/>
              </a:ext>
            </a:extLst>
          </p:cNvPr>
          <p:cNvCxnSpPr>
            <a:cxnSpLocks/>
            <a:stCxn id="32" idx="3"/>
            <a:endCxn id="213" idx="1"/>
          </p:cNvCxnSpPr>
          <p:nvPr/>
        </p:nvCxnSpPr>
        <p:spPr>
          <a:xfrm flipV="1">
            <a:off x="11187526" y="4542267"/>
            <a:ext cx="243566" cy="259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9451B532-404B-94DE-87AB-1D8ABDFAD4AD}"/>
              </a:ext>
            </a:extLst>
          </p:cNvPr>
          <p:cNvSpPr txBox="1"/>
          <p:nvPr/>
        </p:nvSpPr>
        <p:spPr>
          <a:xfrm>
            <a:off x="8977173" y="623779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Nom_CA</a:t>
            </a:r>
            <a:endParaRPr lang="es-ES" sz="1100" dirty="0"/>
          </a:p>
        </p:txBody>
      </p:sp>
      <p:cxnSp>
        <p:nvCxnSpPr>
          <p:cNvPr id="221" name="Conector recto de flecha 220">
            <a:extLst>
              <a:ext uri="{FF2B5EF4-FFF2-40B4-BE49-F238E27FC236}">
                <a16:creationId xmlns:a16="http://schemas.microsoft.com/office/drawing/2014/main" id="{A79EE8A1-6B4A-8227-EFC7-0A0AC061AF2C}"/>
              </a:ext>
            </a:extLst>
          </p:cNvPr>
          <p:cNvCxnSpPr>
            <a:cxnSpLocks/>
            <a:stCxn id="31" idx="1"/>
            <a:endCxn id="219" idx="3"/>
          </p:cNvCxnSpPr>
          <p:nvPr/>
        </p:nvCxnSpPr>
        <p:spPr>
          <a:xfrm flipH="1">
            <a:off x="9760741" y="6368604"/>
            <a:ext cx="346785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76D5D9AB-DFB2-53C6-EE07-C7936A341648}"/>
              </a:ext>
            </a:extLst>
          </p:cNvPr>
          <p:cNvSpPr txBox="1"/>
          <p:nvPr/>
        </p:nvSpPr>
        <p:spPr>
          <a:xfrm>
            <a:off x="8977173" y="4411462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Nom_prov</a:t>
            </a:r>
            <a:endParaRPr lang="es-ES" sz="1100" dirty="0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8E43DD83-1B7B-C0FA-4367-F7990D791836}"/>
              </a:ext>
            </a:extLst>
          </p:cNvPr>
          <p:cNvCxnSpPr>
            <a:cxnSpLocks/>
            <a:stCxn id="32" idx="1"/>
            <a:endCxn id="228" idx="3"/>
          </p:cNvCxnSpPr>
          <p:nvPr/>
        </p:nvCxnSpPr>
        <p:spPr>
          <a:xfrm flipH="1" flipV="1">
            <a:off x="9910054" y="4542267"/>
            <a:ext cx="197472" cy="259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ector recto de flecha 244">
            <a:extLst>
              <a:ext uri="{FF2B5EF4-FFF2-40B4-BE49-F238E27FC236}">
                <a16:creationId xmlns:a16="http://schemas.microsoft.com/office/drawing/2014/main" id="{5A3CBF3B-CD85-FECE-BBCE-4AA3751DDE95}"/>
              </a:ext>
            </a:extLst>
          </p:cNvPr>
          <p:cNvCxnSpPr>
            <a:cxnSpLocks/>
          </p:cNvCxnSpPr>
          <p:nvPr/>
        </p:nvCxnSpPr>
        <p:spPr>
          <a:xfrm>
            <a:off x="9201536" y="2909605"/>
            <a:ext cx="108055" cy="1405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65AC5B1A-607D-2436-81DE-0565B2393788}"/>
              </a:ext>
            </a:extLst>
          </p:cNvPr>
          <p:cNvSpPr txBox="1"/>
          <p:nvPr/>
        </p:nvSpPr>
        <p:spPr>
          <a:xfrm>
            <a:off x="9164239" y="3027868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Tipus_node</a:t>
            </a:r>
            <a:endParaRPr lang="es-ES" sz="1100" dirty="0"/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BE3B8331-F343-C069-2F00-F14479149242}"/>
              </a:ext>
            </a:extLst>
          </p:cNvPr>
          <p:cNvSpPr txBox="1"/>
          <p:nvPr/>
        </p:nvSpPr>
        <p:spPr>
          <a:xfrm>
            <a:off x="6374855" y="160407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CC2FDB7D-238C-9B8A-333D-CFB4131628F8}"/>
              </a:ext>
            </a:extLst>
          </p:cNvPr>
          <p:cNvSpPr txBox="1"/>
          <p:nvPr/>
        </p:nvSpPr>
        <p:spPr>
          <a:xfrm>
            <a:off x="6174290" y="80774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56ADDE16-6750-A7E4-75F3-0BFBDB36785C}"/>
              </a:ext>
            </a:extLst>
          </p:cNvPr>
          <p:cNvSpPr txBox="1"/>
          <p:nvPr/>
        </p:nvSpPr>
        <p:spPr>
          <a:xfrm>
            <a:off x="5850270" y="113256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DB163F54-2C44-C5B4-CDBA-B3641899C323}"/>
              </a:ext>
            </a:extLst>
          </p:cNvPr>
          <p:cNvSpPr txBox="1"/>
          <p:nvPr/>
        </p:nvSpPr>
        <p:spPr>
          <a:xfrm>
            <a:off x="6367854" y="453169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174FC66E-2875-33BD-A49C-0FE137184E48}"/>
              </a:ext>
            </a:extLst>
          </p:cNvPr>
          <p:cNvSpPr txBox="1"/>
          <p:nvPr/>
        </p:nvSpPr>
        <p:spPr>
          <a:xfrm>
            <a:off x="6543409" y="37231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DEF24BB0-66D3-3CA3-D2EA-2E9ACB9069D7}"/>
              </a:ext>
            </a:extLst>
          </p:cNvPr>
          <p:cNvSpPr txBox="1"/>
          <p:nvPr/>
        </p:nvSpPr>
        <p:spPr>
          <a:xfrm>
            <a:off x="6090224" y="41966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D54BEE11-F661-248A-A58D-4976797072BE}"/>
              </a:ext>
            </a:extLst>
          </p:cNvPr>
          <p:cNvSpPr txBox="1"/>
          <p:nvPr/>
        </p:nvSpPr>
        <p:spPr>
          <a:xfrm>
            <a:off x="6102681" y="244257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742359E7-BF42-F753-1D47-52701A52FE62}"/>
              </a:ext>
            </a:extLst>
          </p:cNvPr>
          <p:cNvSpPr txBox="1"/>
          <p:nvPr/>
        </p:nvSpPr>
        <p:spPr>
          <a:xfrm>
            <a:off x="4237454" y="242387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74EF674-67C5-9D1A-5C1B-2FB9F3A4663A}"/>
              </a:ext>
            </a:extLst>
          </p:cNvPr>
          <p:cNvSpPr txBox="1"/>
          <p:nvPr/>
        </p:nvSpPr>
        <p:spPr>
          <a:xfrm>
            <a:off x="5076489" y="213479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23563858-9C20-1F31-51D1-15A975FB501A}"/>
              </a:ext>
            </a:extLst>
          </p:cNvPr>
          <p:cNvSpPr txBox="1"/>
          <p:nvPr/>
        </p:nvSpPr>
        <p:spPr>
          <a:xfrm>
            <a:off x="3014798" y="42911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FE9F6620-F3BB-8A85-2911-F21FE0C60DBE}"/>
              </a:ext>
            </a:extLst>
          </p:cNvPr>
          <p:cNvSpPr txBox="1"/>
          <p:nvPr/>
        </p:nvSpPr>
        <p:spPr>
          <a:xfrm>
            <a:off x="2590282" y="38069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F31CD7D6-7C66-38E1-14DF-DFE4B9510677}"/>
              </a:ext>
            </a:extLst>
          </p:cNvPr>
          <p:cNvSpPr txBox="1"/>
          <p:nvPr/>
        </p:nvSpPr>
        <p:spPr>
          <a:xfrm>
            <a:off x="3063271" y="344244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5DACB624-6AFF-5CF9-B94D-668879383558}"/>
              </a:ext>
            </a:extLst>
          </p:cNvPr>
          <p:cNvSpPr txBox="1"/>
          <p:nvPr/>
        </p:nvSpPr>
        <p:spPr>
          <a:xfrm>
            <a:off x="2896300" y="87740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60BE5C14-9C63-194D-7DF1-F3F15DD28886}"/>
              </a:ext>
            </a:extLst>
          </p:cNvPr>
          <p:cNvSpPr txBox="1"/>
          <p:nvPr/>
        </p:nvSpPr>
        <p:spPr>
          <a:xfrm>
            <a:off x="3047825" y="184737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40D02745-4275-8405-1005-DB62EBFB2697}"/>
              </a:ext>
            </a:extLst>
          </p:cNvPr>
          <p:cNvSpPr txBox="1"/>
          <p:nvPr/>
        </p:nvSpPr>
        <p:spPr>
          <a:xfrm>
            <a:off x="2518193" y="14050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6" name="CuadroTexto 275">
            <a:extLst>
              <a:ext uri="{FF2B5EF4-FFF2-40B4-BE49-F238E27FC236}">
                <a16:creationId xmlns:a16="http://schemas.microsoft.com/office/drawing/2014/main" id="{68F7BB4D-3213-3882-71AA-F3C9382FB9EB}"/>
              </a:ext>
            </a:extLst>
          </p:cNvPr>
          <p:cNvSpPr txBox="1"/>
          <p:nvPr/>
        </p:nvSpPr>
        <p:spPr>
          <a:xfrm>
            <a:off x="2297862" y="243969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693D0D61-03E6-D6DA-2B82-4FFF579AAB19}"/>
              </a:ext>
            </a:extLst>
          </p:cNvPr>
          <p:cNvSpPr txBox="1"/>
          <p:nvPr/>
        </p:nvSpPr>
        <p:spPr>
          <a:xfrm>
            <a:off x="767462" y="256300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0922E3AA-0780-E800-FA91-7CD2E8D4094F}"/>
              </a:ext>
            </a:extLst>
          </p:cNvPr>
          <p:cNvSpPr txBox="1"/>
          <p:nvPr/>
        </p:nvSpPr>
        <p:spPr>
          <a:xfrm>
            <a:off x="1589305" y="21142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A3E7E8CA-393C-2FD4-6D5C-66FFF789D110}"/>
              </a:ext>
            </a:extLst>
          </p:cNvPr>
          <p:cNvSpPr txBox="1"/>
          <p:nvPr/>
        </p:nvSpPr>
        <p:spPr>
          <a:xfrm>
            <a:off x="11431091" y="25860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ID_node</a:t>
            </a:r>
            <a:endParaRPr lang="es-ES" sz="1100" u="sng" dirty="0"/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DAD0736D-0899-4F10-3A2B-5BF45533116E}"/>
              </a:ext>
            </a:extLst>
          </p:cNvPr>
          <p:cNvCxnSpPr>
            <a:cxnSpLocks/>
            <a:stCxn id="26" idx="3"/>
            <a:endCxn id="279" idx="1"/>
          </p:cNvCxnSpPr>
          <p:nvPr/>
        </p:nvCxnSpPr>
        <p:spPr>
          <a:xfrm flipV="1">
            <a:off x="11187526" y="2716888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83C07B69-B3E6-D108-1C24-DDD47FF8A76F}"/>
              </a:ext>
            </a:extLst>
          </p:cNvPr>
          <p:cNvSpPr txBox="1"/>
          <p:nvPr/>
        </p:nvSpPr>
        <p:spPr>
          <a:xfrm>
            <a:off x="4058526" y="48622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ID_NiCo</a:t>
            </a:r>
            <a:endParaRPr lang="es-ES" sz="1100" u="sng" dirty="0"/>
          </a:p>
        </p:txBody>
      </p:sp>
      <p:cxnSp>
        <p:nvCxnSpPr>
          <p:cNvPr id="284" name="Conector recto de flecha 283">
            <a:extLst>
              <a:ext uri="{FF2B5EF4-FFF2-40B4-BE49-F238E27FC236}">
                <a16:creationId xmlns:a16="http://schemas.microsoft.com/office/drawing/2014/main" id="{E4193D97-2FFA-541D-CAD8-8FD25109EB9E}"/>
              </a:ext>
            </a:extLst>
          </p:cNvPr>
          <p:cNvCxnSpPr>
            <a:cxnSpLocks/>
            <a:endCxn id="283" idx="1"/>
          </p:cNvCxnSpPr>
          <p:nvPr/>
        </p:nvCxnSpPr>
        <p:spPr>
          <a:xfrm flipV="1">
            <a:off x="3814961" y="617033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ector recto de flecha 284">
            <a:extLst>
              <a:ext uri="{FF2B5EF4-FFF2-40B4-BE49-F238E27FC236}">
                <a16:creationId xmlns:a16="http://schemas.microsoft.com/office/drawing/2014/main" id="{3118BB34-A61A-BA25-8661-73A13E512744}"/>
              </a:ext>
            </a:extLst>
          </p:cNvPr>
          <p:cNvCxnSpPr>
            <a:cxnSpLocks/>
          </p:cNvCxnSpPr>
          <p:nvPr/>
        </p:nvCxnSpPr>
        <p:spPr>
          <a:xfrm flipV="1">
            <a:off x="3788484" y="341745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de flecha 286">
            <a:extLst>
              <a:ext uri="{FF2B5EF4-FFF2-40B4-BE49-F238E27FC236}">
                <a16:creationId xmlns:a16="http://schemas.microsoft.com/office/drawing/2014/main" id="{1D02D531-77B5-996C-C954-0E65416DE740}"/>
              </a:ext>
            </a:extLst>
          </p:cNvPr>
          <p:cNvCxnSpPr>
            <a:cxnSpLocks/>
          </p:cNvCxnSpPr>
          <p:nvPr/>
        </p:nvCxnSpPr>
        <p:spPr>
          <a:xfrm flipV="1">
            <a:off x="3442119" y="340304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E4782E86-9D79-D9E0-3896-54218A0D6FCB}"/>
              </a:ext>
            </a:extLst>
          </p:cNvPr>
          <p:cNvSpPr txBox="1"/>
          <p:nvPr/>
        </p:nvSpPr>
        <p:spPr>
          <a:xfrm>
            <a:off x="3642924" y="8615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Color</a:t>
            </a:r>
          </a:p>
        </p:txBody>
      </p: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99684FCC-DF8A-1DA9-7099-C976D5C0E981}"/>
              </a:ext>
            </a:extLst>
          </p:cNvPr>
          <p:cNvSpPr txBox="1"/>
          <p:nvPr/>
        </p:nvSpPr>
        <p:spPr>
          <a:xfrm>
            <a:off x="3066509" y="71523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Nivell</a:t>
            </a:r>
            <a:endParaRPr lang="es-ES" sz="1100" dirty="0"/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98347FC8-D28F-B603-D08E-D690C50E2997}"/>
              </a:ext>
            </a:extLst>
          </p:cNvPr>
          <p:cNvSpPr txBox="1"/>
          <p:nvPr/>
        </p:nvSpPr>
        <p:spPr>
          <a:xfrm>
            <a:off x="1396244" y="1879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ID_Tit</a:t>
            </a:r>
            <a:endParaRPr lang="es-ES" sz="1100" u="sng" dirty="0"/>
          </a:p>
        </p:txBody>
      </p:sp>
      <p:cxnSp>
        <p:nvCxnSpPr>
          <p:cNvPr id="292" name="Conector recto de flecha 291">
            <a:extLst>
              <a:ext uri="{FF2B5EF4-FFF2-40B4-BE49-F238E27FC236}">
                <a16:creationId xmlns:a16="http://schemas.microsoft.com/office/drawing/2014/main" id="{5C39B428-CEBA-D820-004C-06425D2C12F1}"/>
              </a:ext>
            </a:extLst>
          </p:cNvPr>
          <p:cNvCxnSpPr>
            <a:cxnSpLocks/>
            <a:stCxn id="33" idx="3"/>
            <a:endCxn id="291" idx="1"/>
          </p:cNvCxnSpPr>
          <p:nvPr/>
        </p:nvCxnSpPr>
        <p:spPr>
          <a:xfrm flipV="1">
            <a:off x="1200417" y="2010773"/>
            <a:ext cx="195827" cy="22347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de flecha 295">
            <a:extLst>
              <a:ext uri="{FF2B5EF4-FFF2-40B4-BE49-F238E27FC236}">
                <a16:creationId xmlns:a16="http://schemas.microsoft.com/office/drawing/2014/main" id="{5ED85B68-A561-AE42-24AB-AE7EF7E940A7}"/>
              </a:ext>
            </a:extLst>
          </p:cNvPr>
          <p:cNvCxnSpPr>
            <a:cxnSpLocks/>
          </p:cNvCxnSpPr>
          <p:nvPr/>
        </p:nvCxnSpPr>
        <p:spPr>
          <a:xfrm flipV="1">
            <a:off x="375610" y="1962120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C3CC4422-955F-13DA-169C-A0C74E4FCC98}"/>
              </a:ext>
            </a:extLst>
          </p:cNvPr>
          <p:cNvSpPr txBox="1"/>
          <p:nvPr/>
        </p:nvSpPr>
        <p:spPr>
          <a:xfrm>
            <a:off x="62241" y="173856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Nom_tit</a:t>
            </a:r>
            <a:endParaRPr lang="es-ES" sz="1100" dirty="0"/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1D2B340F-64D0-3F1A-441A-91BD91DEFB7C}"/>
              </a:ext>
            </a:extLst>
          </p:cNvPr>
          <p:cNvSpPr txBox="1"/>
          <p:nvPr/>
        </p:nvSpPr>
        <p:spPr>
          <a:xfrm>
            <a:off x="3181518" y="5153183"/>
            <a:ext cx="721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ID_Tipus</a:t>
            </a:r>
            <a:endParaRPr lang="es-ES" sz="1100" u="sng" dirty="0"/>
          </a:p>
        </p:txBody>
      </p:sp>
      <p:cxnSp>
        <p:nvCxnSpPr>
          <p:cNvPr id="299" name="Conector recto de flecha 298">
            <a:extLst>
              <a:ext uri="{FF2B5EF4-FFF2-40B4-BE49-F238E27FC236}">
                <a16:creationId xmlns:a16="http://schemas.microsoft.com/office/drawing/2014/main" id="{E6DB3FCB-99F6-28DF-3721-C6A949F7C22A}"/>
              </a:ext>
            </a:extLst>
          </p:cNvPr>
          <p:cNvCxnSpPr>
            <a:cxnSpLocks/>
            <a:stCxn id="20" idx="2"/>
            <a:endCxn id="298" idx="0"/>
          </p:cNvCxnSpPr>
          <p:nvPr/>
        </p:nvCxnSpPr>
        <p:spPr>
          <a:xfrm flipH="1">
            <a:off x="3542501" y="5005051"/>
            <a:ext cx="1" cy="14813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de flecha 307">
            <a:extLst>
              <a:ext uri="{FF2B5EF4-FFF2-40B4-BE49-F238E27FC236}">
                <a16:creationId xmlns:a16="http://schemas.microsoft.com/office/drawing/2014/main" id="{B953DF7F-7D61-7EEE-1EE4-BDA0211252BA}"/>
              </a:ext>
            </a:extLst>
          </p:cNvPr>
          <p:cNvCxnSpPr>
            <a:cxnSpLocks/>
            <a:stCxn id="20" idx="1"/>
            <a:endCxn id="309" idx="3"/>
          </p:cNvCxnSpPr>
          <p:nvPr/>
        </p:nvCxnSpPr>
        <p:spPr>
          <a:xfrm flipH="1">
            <a:off x="2796475" y="4825051"/>
            <a:ext cx="206027" cy="928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5F7A4480-B1FC-0C1E-0DC6-912D25356593}"/>
              </a:ext>
            </a:extLst>
          </p:cNvPr>
          <p:cNvSpPr txBox="1"/>
          <p:nvPr/>
        </p:nvSpPr>
        <p:spPr>
          <a:xfrm>
            <a:off x="1889942" y="4703529"/>
            <a:ext cx="906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Nom_tipus</a:t>
            </a:r>
            <a:endParaRPr lang="es-ES" sz="1100" dirty="0"/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AA1145D-78D0-CCA5-F04B-294B2936D899}"/>
              </a:ext>
            </a:extLst>
          </p:cNvPr>
          <p:cNvSpPr txBox="1"/>
          <p:nvPr/>
        </p:nvSpPr>
        <p:spPr>
          <a:xfrm rot="19520964">
            <a:off x="3629459" y="2040395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ID_car</a:t>
            </a:r>
            <a:endParaRPr lang="es-ES" sz="1000" u="sng" dirty="0"/>
          </a:p>
        </p:txBody>
      </p:sp>
      <p:cxnSp>
        <p:nvCxnSpPr>
          <p:cNvPr id="314" name="Conector recto de flecha 313">
            <a:extLst>
              <a:ext uri="{FF2B5EF4-FFF2-40B4-BE49-F238E27FC236}">
                <a16:creationId xmlns:a16="http://schemas.microsoft.com/office/drawing/2014/main" id="{5F05AB3A-1BA2-252F-ECB1-85933963DE89}"/>
              </a:ext>
            </a:extLst>
          </p:cNvPr>
          <p:cNvCxnSpPr>
            <a:cxnSpLocks/>
          </p:cNvCxnSpPr>
          <p:nvPr/>
        </p:nvCxnSpPr>
        <p:spPr>
          <a:xfrm flipV="1">
            <a:off x="3863738" y="2422004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ector recto de flecha 330">
            <a:extLst>
              <a:ext uri="{FF2B5EF4-FFF2-40B4-BE49-F238E27FC236}">
                <a16:creationId xmlns:a16="http://schemas.microsoft.com/office/drawing/2014/main" id="{D0A0301B-C922-6709-599B-310B09673314}"/>
              </a:ext>
            </a:extLst>
          </p:cNvPr>
          <p:cNvCxnSpPr>
            <a:cxnSpLocks/>
          </p:cNvCxnSpPr>
          <p:nvPr/>
        </p:nvCxnSpPr>
        <p:spPr>
          <a:xfrm flipV="1">
            <a:off x="4115430" y="2410112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8402174F-C353-55D0-9F66-6BAA97214628}"/>
              </a:ext>
            </a:extLst>
          </p:cNvPr>
          <p:cNvSpPr txBox="1"/>
          <p:nvPr/>
        </p:nvSpPr>
        <p:spPr>
          <a:xfrm rot="19520964">
            <a:off x="3967598" y="204753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</a:t>
            </a:r>
            <a:endParaRPr lang="es-ES" sz="1000" dirty="0"/>
          </a:p>
        </p:txBody>
      </p: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5B2B7043-3BE0-5BB9-D0AE-7D829D82F91A}"/>
              </a:ext>
            </a:extLst>
          </p:cNvPr>
          <p:cNvCxnSpPr>
            <a:cxnSpLocks/>
          </p:cNvCxnSpPr>
          <p:nvPr/>
        </p:nvCxnSpPr>
        <p:spPr>
          <a:xfrm flipV="1">
            <a:off x="3242179" y="244257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BF9B2D5E-8427-B740-5269-CF8F4ADDADBB}"/>
              </a:ext>
            </a:extLst>
          </p:cNvPr>
          <p:cNvSpPr txBox="1"/>
          <p:nvPr/>
        </p:nvSpPr>
        <p:spPr>
          <a:xfrm rot="19520964">
            <a:off x="3030375" y="208873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Accés</a:t>
            </a:r>
            <a:endParaRPr lang="es-ES" sz="1000" dirty="0"/>
          </a:p>
        </p:txBody>
      </p:sp>
      <p:cxnSp>
        <p:nvCxnSpPr>
          <p:cNvPr id="339" name="Conector recto de flecha 338">
            <a:extLst>
              <a:ext uri="{FF2B5EF4-FFF2-40B4-BE49-F238E27FC236}">
                <a16:creationId xmlns:a16="http://schemas.microsoft.com/office/drawing/2014/main" id="{CDA511A5-B995-1334-8634-D7A8839FCCF5}"/>
              </a:ext>
            </a:extLst>
          </p:cNvPr>
          <p:cNvCxnSpPr>
            <a:cxnSpLocks/>
          </p:cNvCxnSpPr>
          <p:nvPr/>
        </p:nvCxnSpPr>
        <p:spPr>
          <a:xfrm flipV="1">
            <a:off x="2927849" y="2435433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A45322E7-06DE-1555-FDFE-7B26060E5314}"/>
              </a:ext>
            </a:extLst>
          </p:cNvPr>
          <p:cNvSpPr txBox="1"/>
          <p:nvPr/>
        </p:nvSpPr>
        <p:spPr>
          <a:xfrm rot="19520964">
            <a:off x="2731007" y="2093562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Doble</a:t>
            </a:r>
          </a:p>
        </p:txBody>
      </p:sp>
      <p:cxnSp>
        <p:nvCxnSpPr>
          <p:cNvPr id="341" name="Conector recto de flecha 340">
            <a:extLst>
              <a:ext uri="{FF2B5EF4-FFF2-40B4-BE49-F238E27FC236}">
                <a16:creationId xmlns:a16="http://schemas.microsoft.com/office/drawing/2014/main" id="{06048FA9-37E8-0E31-3B65-14BC0C5A4926}"/>
              </a:ext>
            </a:extLst>
          </p:cNvPr>
          <p:cNvCxnSpPr>
            <a:cxnSpLocks/>
          </p:cNvCxnSpPr>
          <p:nvPr/>
        </p:nvCxnSpPr>
        <p:spPr>
          <a:xfrm>
            <a:off x="3387436" y="2830120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95AA834-AAEA-FE9D-4525-E32522A545AF}"/>
              </a:ext>
            </a:extLst>
          </p:cNvPr>
          <p:cNvSpPr txBox="1"/>
          <p:nvPr/>
        </p:nvSpPr>
        <p:spPr>
          <a:xfrm rot="19520964">
            <a:off x="2933209" y="298095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Senyal</a:t>
            </a:r>
            <a:endParaRPr lang="es-ES" sz="1000" dirty="0"/>
          </a:p>
        </p:txBody>
      </p:sp>
      <p:cxnSp>
        <p:nvCxnSpPr>
          <p:cNvPr id="344" name="Conector recto de flecha 343">
            <a:extLst>
              <a:ext uri="{FF2B5EF4-FFF2-40B4-BE49-F238E27FC236}">
                <a16:creationId xmlns:a16="http://schemas.microsoft.com/office/drawing/2014/main" id="{DED81DD2-9C64-A3EF-186B-3A346B7F7624}"/>
              </a:ext>
            </a:extLst>
          </p:cNvPr>
          <p:cNvCxnSpPr>
            <a:cxnSpLocks/>
          </p:cNvCxnSpPr>
          <p:nvPr/>
        </p:nvCxnSpPr>
        <p:spPr>
          <a:xfrm>
            <a:off x="4180133" y="2830742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de flecha 344">
            <a:extLst>
              <a:ext uri="{FF2B5EF4-FFF2-40B4-BE49-F238E27FC236}">
                <a16:creationId xmlns:a16="http://schemas.microsoft.com/office/drawing/2014/main" id="{964DC4E5-0633-DF27-8F06-383B1EE9634F}"/>
              </a:ext>
            </a:extLst>
          </p:cNvPr>
          <p:cNvCxnSpPr>
            <a:cxnSpLocks/>
          </p:cNvCxnSpPr>
          <p:nvPr/>
        </p:nvCxnSpPr>
        <p:spPr>
          <a:xfrm>
            <a:off x="3898702" y="2822321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7FD24E85-14DA-912F-2CCF-009C4A7DA1DB}"/>
              </a:ext>
            </a:extLst>
          </p:cNvPr>
          <p:cNvSpPr txBox="1"/>
          <p:nvPr/>
        </p:nvSpPr>
        <p:spPr>
          <a:xfrm rot="19520964">
            <a:off x="3476001" y="2918020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Prefix</a:t>
            </a:r>
            <a:endParaRPr lang="es-ES" sz="1000" dirty="0"/>
          </a:p>
        </p:txBody>
      </p:sp>
      <p:sp>
        <p:nvSpPr>
          <p:cNvPr id="347" name="CuadroTexto 346">
            <a:extLst>
              <a:ext uri="{FF2B5EF4-FFF2-40B4-BE49-F238E27FC236}">
                <a16:creationId xmlns:a16="http://schemas.microsoft.com/office/drawing/2014/main" id="{EE302780-D71C-A045-33CB-01E845C82D55}"/>
              </a:ext>
            </a:extLst>
          </p:cNvPr>
          <p:cNvSpPr txBox="1"/>
          <p:nvPr/>
        </p:nvSpPr>
        <p:spPr>
          <a:xfrm rot="19520964">
            <a:off x="3608447" y="3055323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Obs_car</a:t>
            </a:r>
            <a:endParaRPr lang="es-ES" sz="1000" dirty="0"/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B51AFCF6-5291-448D-88A8-8E9ADB3ED89D}"/>
              </a:ext>
            </a:extLst>
          </p:cNvPr>
          <p:cNvSpPr txBox="1"/>
          <p:nvPr/>
        </p:nvSpPr>
        <p:spPr>
          <a:xfrm>
            <a:off x="5021222" y="45273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ID_entorn</a:t>
            </a:r>
            <a:endParaRPr lang="es-ES" sz="1100" u="sng" dirty="0"/>
          </a:p>
        </p:txBody>
      </p:sp>
      <p:cxnSp>
        <p:nvCxnSpPr>
          <p:cNvPr id="349" name="Conector recto de flecha 348">
            <a:extLst>
              <a:ext uri="{FF2B5EF4-FFF2-40B4-BE49-F238E27FC236}">
                <a16:creationId xmlns:a16="http://schemas.microsoft.com/office/drawing/2014/main" id="{DF55F338-09CD-6CE0-194F-AC871F9063AC}"/>
              </a:ext>
            </a:extLst>
          </p:cNvPr>
          <p:cNvCxnSpPr>
            <a:cxnSpLocks/>
            <a:stCxn id="28" idx="1"/>
            <a:endCxn id="348" idx="3"/>
          </p:cNvCxnSpPr>
          <p:nvPr/>
        </p:nvCxnSpPr>
        <p:spPr>
          <a:xfrm flipH="1">
            <a:off x="5827710" y="58354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de flecha 355">
            <a:extLst>
              <a:ext uri="{FF2B5EF4-FFF2-40B4-BE49-F238E27FC236}">
                <a16:creationId xmlns:a16="http://schemas.microsoft.com/office/drawing/2014/main" id="{A92A4F20-6FDA-9FDF-AE50-B090D549741E}"/>
              </a:ext>
            </a:extLst>
          </p:cNvPr>
          <p:cNvCxnSpPr>
            <a:cxnSpLocks/>
            <a:endCxn id="357" idx="2"/>
          </p:cNvCxnSpPr>
          <p:nvPr/>
        </p:nvCxnSpPr>
        <p:spPr>
          <a:xfrm flipV="1">
            <a:off x="6298356" y="285447"/>
            <a:ext cx="0" cy="15231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91F5488D-DF89-2D1B-F398-953D3D972E8E}"/>
              </a:ext>
            </a:extLst>
          </p:cNvPr>
          <p:cNvSpPr txBox="1"/>
          <p:nvPr/>
        </p:nvSpPr>
        <p:spPr>
          <a:xfrm>
            <a:off x="5884737" y="23837"/>
            <a:ext cx="827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Nom_ent</a:t>
            </a:r>
            <a:endParaRPr lang="es-ES" sz="1100" dirty="0"/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C888D0C9-E2EF-C983-F694-329951684E6E}"/>
              </a:ext>
            </a:extLst>
          </p:cNvPr>
          <p:cNvSpPr txBox="1"/>
          <p:nvPr/>
        </p:nvSpPr>
        <p:spPr>
          <a:xfrm>
            <a:off x="5098951" y="496976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ID_Terr</a:t>
            </a:r>
            <a:endParaRPr lang="es-ES" sz="1100" u="sng" dirty="0"/>
          </a:p>
        </p:txBody>
      </p: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76372B5D-96C8-4DE2-4D10-95E1E15390B4}"/>
              </a:ext>
            </a:extLst>
          </p:cNvPr>
          <p:cNvCxnSpPr>
            <a:cxnSpLocks/>
            <a:endCxn id="362" idx="3"/>
          </p:cNvCxnSpPr>
          <p:nvPr/>
        </p:nvCxnSpPr>
        <p:spPr>
          <a:xfrm flipH="1">
            <a:off x="5905439" y="510057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F93CF46A-3983-23CC-C80E-2D302E992DF4}"/>
              </a:ext>
            </a:extLst>
          </p:cNvPr>
          <p:cNvCxnSpPr>
            <a:cxnSpLocks/>
            <a:endCxn id="365" idx="2"/>
          </p:cNvCxnSpPr>
          <p:nvPr/>
        </p:nvCxnSpPr>
        <p:spPr>
          <a:xfrm flipV="1">
            <a:off x="6057660" y="4793082"/>
            <a:ext cx="0" cy="13172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2F788FCE-F7D5-52AB-4886-911CF51A85F1}"/>
              </a:ext>
            </a:extLst>
          </p:cNvPr>
          <p:cNvSpPr txBox="1"/>
          <p:nvPr/>
        </p:nvSpPr>
        <p:spPr>
          <a:xfrm>
            <a:off x="5646080" y="4531472"/>
            <a:ext cx="823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Nom_Ter</a:t>
            </a:r>
            <a:endParaRPr lang="es-ES" sz="1100" dirty="0"/>
          </a:p>
        </p:txBody>
      </p:sp>
      <p:sp>
        <p:nvSpPr>
          <p:cNvPr id="368" name="CuadroTexto 367">
            <a:extLst>
              <a:ext uri="{FF2B5EF4-FFF2-40B4-BE49-F238E27FC236}">
                <a16:creationId xmlns:a16="http://schemas.microsoft.com/office/drawing/2014/main" id="{4E944B54-2756-03F0-BF90-F8D56A77C78F}"/>
              </a:ext>
            </a:extLst>
          </p:cNvPr>
          <p:cNvSpPr txBox="1"/>
          <p:nvPr/>
        </p:nvSpPr>
        <p:spPr>
          <a:xfrm rot="19520964">
            <a:off x="7168535" y="204910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ID_tram</a:t>
            </a:r>
            <a:endParaRPr lang="es-ES" sz="1000" u="sng" dirty="0"/>
          </a:p>
        </p:txBody>
      </p: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8BBD04D5-250A-567A-9F56-D2B83D8C29B2}"/>
              </a:ext>
            </a:extLst>
          </p:cNvPr>
          <p:cNvCxnSpPr>
            <a:cxnSpLocks/>
          </p:cNvCxnSpPr>
          <p:nvPr/>
        </p:nvCxnSpPr>
        <p:spPr>
          <a:xfrm flipV="1">
            <a:off x="7402814" y="2430717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de flecha 369">
            <a:extLst>
              <a:ext uri="{FF2B5EF4-FFF2-40B4-BE49-F238E27FC236}">
                <a16:creationId xmlns:a16="http://schemas.microsoft.com/office/drawing/2014/main" id="{141FD20D-7C8D-C087-E103-0EADB1E3FD2B}"/>
              </a:ext>
            </a:extLst>
          </p:cNvPr>
          <p:cNvCxnSpPr>
            <a:cxnSpLocks/>
          </p:cNvCxnSpPr>
          <p:nvPr/>
        </p:nvCxnSpPr>
        <p:spPr>
          <a:xfrm flipV="1">
            <a:off x="7723563" y="2443164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CuadroTexto 370">
            <a:extLst>
              <a:ext uri="{FF2B5EF4-FFF2-40B4-BE49-F238E27FC236}">
                <a16:creationId xmlns:a16="http://schemas.microsoft.com/office/drawing/2014/main" id="{9013E947-FCE5-0066-EB8C-E9D340229B91}"/>
              </a:ext>
            </a:extLst>
          </p:cNvPr>
          <p:cNvSpPr txBox="1"/>
          <p:nvPr/>
        </p:nvSpPr>
        <p:spPr>
          <a:xfrm rot="19520964">
            <a:off x="7562076" y="2012477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Num_carrils</a:t>
            </a:r>
            <a:endParaRPr lang="es-ES" sz="1000" dirty="0"/>
          </a:p>
        </p:txBody>
      </p:sp>
      <p:cxnSp>
        <p:nvCxnSpPr>
          <p:cNvPr id="372" name="Conector recto de flecha 371">
            <a:extLst>
              <a:ext uri="{FF2B5EF4-FFF2-40B4-BE49-F238E27FC236}">
                <a16:creationId xmlns:a16="http://schemas.microsoft.com/office/drawing/2014/main" id="{186C4440-83F6-DD3E-3DC7-E5A9E57121B0}"/>
              </a:ext>
            </a:extLst>
          </p:cNvPr>
          <p:cNvCxnSpPr>
            <a:cxnSpLocks/>
          </p:cNvCxnSpPr>
          <p:nvPr/>
        </p:nvCxnSpPr>
        <p:spPr>
          <a:xfrm flipV="1">
            <a:off x="7067007" y="2442576"/>
            <a:ext cx="0" cy="12479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CuadroTexto 372">
            <a:extLst>
              <a:ext uri="{FF2B5EF4-FFF2-40B4-BE49-F238E27FC236}">
                <a16:creationId xmlns:a16="http://schemas.microsoft.com/office/drawing/2014/main" id="{6B55DFFF-6D53-0359-EE5B-A0B8A568F3F6}"/>
              </a:ext>
            </a:extLst>
          </p:cNvPr>
          <p:cNvSpPr txBox="1"/>
          <p:nvPr/>
        </p:nvSpPr>
        <p:spPr>
          <a:xfrm rot="19520964">
            <a:off x="6786145" y="214269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endParaRPr lang="es-ES" sz="1000" dirty="0"/>
          </a:p>
        </p:txBody>
      </p:sp>
      <p:cxnSp>
        <p:nvCxnSpPr>
          <p:cNvPr id="374" name="Conector recto de flecha 373">
            <a:extLst>
              <a:ext uri="{FF2B5EF4-FFF2-40B4-BE49-F238E27FC236}">
                <a16:creationId xmlns:a16="http://schemas.microsoft.com/office/drawing/2014/main" id="{582F7ED3-36A9-EBFC-4AF9-53E42A375651}"/>
              </a:ext>
            </a:extLst>
          </p:cNvPr>
          <p:cNvCxnSpPr>
            <a:cxnSpLocks/>
          </p:cNvCxnSpPr>
          <p:nvPr/>
        </p:nvCxnSpPr>
        <p:spPr>
          <a:xfrm flipV="1">
            <a:off x="6752677" y="244414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E695545F-5493-9219-8F37-0D36A707C928}"/>
              </a:ext>
            </a:extLst>
          </p:cNvPr>
          <p:cNvSpPr txBox="1"/>
          <p:nvPr/>
        </p:nvSpPr>
        <p:spPr>
          <a:xfrm rot="19520964">
            <a:off x="6465181" y="211966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Vel_lim</a:t>
            </a:r>
            <a:endParaRPr lang="es-ES" sz="1000" dirty="0"/>
          </a:p>
        </p:txBody>
      </p: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C3A20CDB-A78D-45C3-9FE9-8B0AC1D8B5BB}"/>
              </a:ext>
            </a:extLst>
          </p:cNvPr>
          <p:cNvCxnSpPr>
            <a:cxnSpLocks/>
          </p:cNvCxnSpPr>
          <p:nvPr/>
        </p:nvCxnSpPr>
        <p:spPr>
          <a:xfrm>
            <a:off x="7721182" y="2896888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CuadroTexto 381">
            <a:extLst>
              <a:ext uri="{FF2B5EF4-FFF2-40B4-BE49-F238E27FC236}">
                <a16:creationId xmlns:a16="http://schemas.microsoft.com/office/drawing/2014/main" id="{89DC22E5-D7EE-6E5A-9A11-21E1F959978B}"/>
              </a:ext>
            </a:extLst>
          </p:cNvPr>
          <p:cNvSpPr txBox="1"/>
          <p:nvPr/>
        </p:nvSpPr>
        <p:spPr>
          <a:xfrm rot="19520964">
            <a:off x="7388565" y="2999933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long</a:t>
            </a:r>
            <a:endParaRPr lang="es-ES" sz="1000" dirty="0"/>
          </a:p>
        </p:txBody>
      </p:sp>
      <p:cxnSp>
        <p:nvCxnSpPr>
          <p:cNvPr id="383" name="Conector recto de flecha 382">
            <a:extLst>
              <a:ext uri="{FF2B5EF4-FFF2-40B4-BE49-F238E27FC236}">
                <a16:creationId xmlns:a16="http://schemas.microsoft.com/office/drawing/2014/main" id="{20664365-F73F-6FDC-94BA-1517B1A111A8}"/>
              </a:ext>
            </a:extLst>
          </p:cNvPr>
          <p:cNvCxnSpPr>
            <a:cxnSpLocks/>
          </p:cNvCxnSpPr>
          <p:nvPr/>
        </p:nvCxnSpPr>
        <p:spPr>
          <a:xfrm>
            <a:off x="6733278" y="2890986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de flecha 384">
            <a:extLst>
              <a:ext uri="{FF2B5EF4-FFF2-40B4-BE49-F238E27FC236}">
                <a16:creationId xmlns:a16="http://schemas.microsoft.com/office/drawing/2014/main" id="{881F9644-51CA-ED50-642B-5EDC0F2DE1FC}"/>
              </a:ext>
            </a:extLst>
          </p:cNvPr>
          <p:cNvCxnSpPr>
            <a:cxnSpLocks/>
          </p:cNvCxnSpPr>
          <p:nvPr/>
        </p:nvCxnSpPr>
        <p:spPr>
          <a:xfrm>
            <a:off x="7075964" y="2890985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CuadroTexto 385">
            <a:extLst>
              <a:ext uri="{FF2B5EF4-FFF2-40B4-BE49-F238E27FC236}">
                <a16:creationId xmlns:a16="http://schemas.microsoft.com/office/drawing/2014/main" id="{5BC00579-8E01-4F62-FD98-BB6F2000DDDF}"/>
              </a:ext>
            </a:extLst>
          </p:cNvPr>
          <p:cNvSpPr txBox="1"/>
          <p:nvPr/>
        </p:nvSpPr>
        <p:spPr>
          <a:xfrm rot="19520964">
            <a:off x="6642464" y="3039959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km_ini</a:t>
            </a:r>
            <a:endParaRPr lang="es-ES" sz="1000" dirty="0"/>
          </a:p>
        </p:txBody>
      </p:sp>
      <p:sp>
        <p:nvSpPr>
          <p:cNvPr id="387" name="CuadroTexto 386">
            <a:extLst>
              <a:ext uri="{FF2B5EF4-FFF2-40B4-BE49-F238E27FC236}">
                <a16:creationId xmlns:a16="http://schemas.microsoft.com/office/drawing/2014/main" id="{AE10B9DC-85D5-0908-5913-3709721396ED}"/>
              </a:ext>
            </a:extLst>
          </p:cNvPr>
          <p:cNvSpPr txBox="1"/>
          <p:nvPr/>
        </p:nvSpPr>
        <p:spPr>
          <a:xfrm rot="19520964">
            <a:off x="6295986" y="3055465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km_fin</a:t>
            </a:r>
            <a:endParaRPr lang="es-ES" sz="1000" dirty="0"/>
          </a:p>
        </p:txBody>
      </p: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CAE14670-DB3F-9BA9-86A7-7F4B8C0E80F8}"/>
              </a:ext>
            </a:extLst>
          </p:cNvPr>
          <p:cNvCxnSpPr>
            <a:cxnSpLocks/>
          </p:cNvCxnSpPr>
          <p:nvPr/>
        </p:nvCxnSpPr>
        <p:spPr>
          <a:xfrm flipV="1">
            <a:off x="11080331" y="2443499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2F65EFCF-682F-CB12-3277-796CBF1C8654}"/>
              </a:ext>
            </a:extLst>
          </p:cNvPr>
          <p:cNvSpPr txBox="1"/>
          <p:nvPr/>
        </p:nvSpPr>
        <p:spPr>
          <a:xfrm rot="19520964">
            <a:off x="10918844" y="2012812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long</a:t>
            </a:r>
            <a:endParaRPr lang="es-ES" sz="1000" dirty="0"/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5114C25-B12E-C4C3-5D76-8CD722327019}"/>
              </a:ext>
            </a:extLst>
          </p:cNvPr>
          <p:cNvCxnSpPr>
            <a:cxnSpLocks/>
          </p:cNvCxnSpPr>
          <p:nvPr/>
        </p:nvCxnSpPr>
        <p:spPr>
          <a:xfrm>
            <a:off x="7454482" y="2915938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22E8E99-A9F6-6421-E242-FEE1A4482D12}"/>
              </a:ext>
            </a:extLst>
          </p:cNvPr>
          <p:cNvSpPr txBox="1"/>
          <p:nvPr/>
        </p:nvSpPr>
        <p:spPr>
          <a:xfrm rot="19520964">
            <a:off x="7102815" y="3038033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Tipus</a:t>
            </a:r>
            <a:endParaRPr lang="es-ES" sz="10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0F05C9F-E677-398C-3456-A5424A90616C}"/>
              </a:ext>
            </a:extLst>
          </p:cNvPr>
          <p:cNvCxnSpPr>
            <a:cxnSpLocks/>
          </p:cNvCxnSpPr>
          <p:nvPr/>
        </p:nvCxnSpPr>
        <p:spPr>
          <a:xfrm flipV="1">
            <a:off x="10692186" y="2448264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88DEEAE-E977-EDBA-57C7-65B9C50CDFCC}"/>
              </a:ext>
            </a:extLst>
          </p:cNvPr>
          <p:cNvSpPr txBox="1"/>
          <p:nvPr/>
        </p:nvSpPr>
        <p:spPr>
          <a:xfrm rot="19520964">
            <a:off x="10499746" y="2046153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lat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801068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018A5CAE-A3F9-7EAC-1A5C-EACF88317C38}"/>
              </a:ext>
            </a:extLst>
          </p:cNvPr>
          <p:cNvSpPr txBox="1"/>
          <p:nvPr/>
        </p:nvSpPr>
        <p:spPr>
          <a:xfrm>
            <a:off x="593424" y="275326"/>
            <a:ext cx="531535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CARRETERA</a:t>
            </a:r>
            <a:r>
              <a:rPr lang="es-ES" sz="1200" dirty="0"/>
              <a:t> (</a:t>
            </a:r>
            <a:r>
              <a:rPr lang="es-ES" sz="1200" u="sng" dirty="0" err="1"/>
              <a:t>ID_car</a:t>
            </a:r>
            <a:r>
              <a:rPr lang="es-ES" sz="1200" dirty="0"/>
              <a:t>, , </a:t>
            </a:r>
            <a:r>
              <a:rPr lang="es-ES" sz="1200" dirty="0" err="1"/>
              <a:t>Nom</a:t>
            </a:r>
            <a:r>
              <a:rPr lang="es-ES" sz="1200" dirty="0"/>
              <a:t>, </a:t>
            </a:r>
            <a:r>
              <a:rPr lang="es-ES" sz="1200" dirty="0" err="1"/>
              <a:t>Accés</a:t>
            </a:r>
            <a:r>
              <a:rPr lang="es-ES" sz="1200" dirty="0"/>
              <a:t>, Doble, </a:t>
            </a:r>
            <a:r>
              <a:rPr lang="es-ES" sz="1200" dirty="0" err="1"/>
              <a:t>Prefix</a:t>
            </a:r>
            <a:r>
              <a:rPr lang="es-ES" sz="1200" dirty="0"/>
              <a:t>, </a:t>
            </a:r>
            <a:r>
              <a:rPr lang="es-ES" sz="1200" dirty="0" err="1"/>
              <a:t>Senyal</a:t>
            </a:r>
            <a:r>
              <a:rPr lang="es-ES" sz="1200" dirty="0"/>
              <a:t>, </a:t>
            </a:r>
            <a:r>
              <a:rPr lang="es-ES" sz="1200" dirty="0" err="1"/>
              <a:t>Obs_car</a:t>
            </a:r>
            <a:r>
              <a:rPr lang="es-ES" sz="1200" dirty="0"/>
              <a:t>, </a:t>
            </a:r>
            <a:r>
              <a:rPr lang="es-ES" sz="1200" dirty="0" err="1"/>
              <a:t>ID_tit</a:t>
            </a:r>
            <a:r>
              <a:rPr lang="es-ES" sz="1200" dirty="0"/>
              <a:t>,  </a:t>
            </a:r>
            <a:r>
              <a:rPr lang="es-ES" sz="1200" dirty="0" err="1"/>
              <a:t>ID_tipus</a:t>
            </a:r>
            <a:r>
              <a:rPr lang="es-ES" sz="1200" dirty="0"/>
              <a:t>, </a:t>
            </a:r>
            <a:r>
              <a:rPr lang="es-ES" sz="1200" dirty="0" err="1"/>
              <a:t>ID_NiCo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TITULARITAT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ID_tipus</a:t>
            </a:r>
            <a:r>
              <a:rPr lang="es-ES" sz="1200" dirty="0"/>
              <a:t>} referencia TIPUS_VIA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ID_Nico</a:t>
            </a:r>
            <a:r>
              <a:rPr lang="es-ES" sz="1200" dirty="0"/>
              <a:t>} referencia NIVELL_COL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TIPUS_VIA</a:t>
            </a:r>
            <a:r>
              <a:rPr lang="es-ES" sz="1200" dirty="0"/>
              <a:t> (</a:t>
            </a:r>
            <a:r>
              <a:rPr lang="es-ES" sz="1200" u="sng" dirty="0"/>
              <a:t>ID </a:t>
            </a:r>
            <a:r>
              <a:rPr lang="es-ES" sz="1200" u="sng" dirty="0" err="1"/>
              <a:t>tipus</a:t>
            </a:r>
            <a:r>
              <a:rPr lang="es-ES" sz="1200" dirty="0"/>
              <a:t>, , </a:t>
            </a:r>
            <a:r>
              <a:rPr lang="es-ES" sz="1200" dirty="0" err="1"/>
              <a:t>Nom_tipus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NIVELL_COL </a:t>
            </a:r>
            <a:r>
              <a:rPr lang="es-ES" sz="1200" dirty="0"/>
              <a:t>(</a:t>
            </a:r>
            <a:r>
              <a:rPr lang="es-ES" sz="1200" u="sng" dirty="0"/>
              <a:t>ID Nico</a:t>
            </a:r>
            <a:r>
              <a:rPr lang="es-ES" sz="1200" dirty="0"/>
              <a:t>, , </a:t>
            </a:r>
            <a:r>
              <a:rPr lang="es-ES" sz="1200" dirty="0" err="1"/>
              <a:t>Nivell</a:t>
            </a:r>
            <a:r>
              <a:rPr lang="es-ES" sz="1200" dirty="0"/>
              <a:t>, Color)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TITULARITAT</a:t>
            </a:r>
            <a:r>
              <a:rPr lang="es-ES" sz="1200" dirty="0"/>
              <a:t> (</a:t>
            </a:r>
            <a:r>
              <a:rPr lang="es-ES" sz="1200" u="sng" dirty="0" err="1"/>
              <a:t>ID_tit</a:t>
            </a:r>
            <a:r>
              <a:rPr lang="es-ES" sz="1200" dirty="0"/>
              <a:t>, , </a:t>
            </a:r>
            <a:r>
              <a:rPr lang="es-ES" sz="1200" dirty="0" err="1"/>
              <a:t>Nom_tit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TIPUS_TERR</a:t>
            </a:r>
            <a:r>
              <a:rPr lang="es-ES" sz="1200" dirty="0"/>
              <a:t> (</a:t>
            </a:r>
            <a:r>
              <a:rPr lang="es-ES" sz="1200" u="sng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Nom_Ter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ENTORN</a:t>
            </a:r>
            <a:r>
              <a:rPr lang="es-ES" sz="1200" dirty="0"/>
              <a:t> (</a:t>
            </a:r>
            <a:r>
              <a:rPr lang="es-ES" sz="1200" u="sng" dirty="0" err="1"/>
              <a:t>ID_entorn</a:t>
            </a:r>
            <a:r>
              <a:rPr lang="es-ES" sz="1200" dirty="0"/>
              <a:t>, </a:t>
            </a:r>
            <a:r>
              <a:rPr lang="es-ES" sz="1200" dirty="0" err="1"/>
              <a:t>Nom_ent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u="sng" dirty="0"/>
              <a:t> + </a:t>
            </a:r>
            <a:r>
              <a:rPr lang="es-ES" sz="1200" u="sng" dirty="0" err="1"/>
              <a:t>ID_car</a:t>
            </a:r>
            <a:r>
              <a:rPr lang="es-ES" sz="1200" dirty="0"/>
              <a:t>, </a:t>
            </a:r>
            <a:r>
              <a:rPr lang="es-ES" sz="1200" dirty="0" err="1"/>
              <a:t>km_ini</a:t>
            </a:r>
            <a:r>
              <a:rPr lang="es-ES" sz="1200" dirty="0"/>
              <a:t>, </a:t>
            </a:r>
            <a:r>
              <a:rPr lang="es-ES" sz="1200" dirty="0" err="1"/>
              <a:t>km_fin</a:t>
            </a:r>
            <a:r>
              <a:rPr lang="es-ES" sz="1200" dirty="0"/>
              <a:t>, </a:t>
            </a:r>
            <a:r>
              <a:rPr lang="es-ES" sz="1200" dirty="0" err="1"/>
              <a:t>long</a:t>
            </a:r>
            <a:r>
              <a:rPr lang="es-ES" sz="1200" dirty="0"/>
              <a:t>, </a:t>
            </a:r>
            <a:r>
              <a:rPr lang="es-ES" sz="1200" dirty="0" err="1"/>
              <a:t>Obs</a:t>
            </a:r>
            <a:r>
              <a:rPr lang="es-ES" sz="1200" dirty="0"/>
              <a:t>., </a:t>
            </a:r>
            <a:r>
              <a:rPr lang="es-ES" sz="1200" dirty="0" err="1"/>
              <a:t>Vel_lim</a:t>
            </a:r>
            <a:r>
              <a:rPr lang="es-ES" sz="1200" dirty="0"/>
              <a:t>, </a:t>
            </a:r>
            <a:r>
              <a:rPr lang="es-ES" sz="1200" dirty="0" err="1"/>
              <a:t>Num_carrils</a:t>
            </a:r>
            <a:r>
              <a:rPr lang="es-ES" sz="1200" dirty="0"/>
              <a:t>, </a:t>
            </a:r>
            <a:r>
              <a:rPr lang="es-ES" sz="1200" dirty="0" err="1"/>
              <a:t>Tipus</a:t>
            </a:r>
            <a:r>
              <a:rPr lang="es-ES" sz="1200" dirty="0"/>
              <a:t>, </a:t>
            </a:r>
            <a:r>
              <a:rPr lang="es-ES" sz="1200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ID_entorn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CARRETERA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ID_Ter</a:t>
            </a:r>
            <a:r>
              <a:rPr lang="es-ES" sz="1200" dirty="0"/>
              <a:t>} referencia TIPUS_TERR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ID_entorn</a:t>
            </a:r>
            <a:r>
              <a:rPr lang="es-ES" sz="1200" dirty="0"/>
              <a:t>} referencia ENTORN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TRAM_NODE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u="sng" dirty="0"/>
              <a:t> + </a:t>
            </a:r>
            <a:r>
              <a:rPr lang="es-ES" sz="1200" u="sng" dirty="0" err="1"/>
              <a:t>ID_node</a:t>
            </a:r>
            <a:r>
              <a:rPr lang="es-ES" sz="1200" dirty="0"/>
              <a:t>, </a:t>
            </a:r>
            <a:r>
              <a:rPr lang="es-ES" sz="1200" dirty="0" err="1"/>
              <a:t>tipus_node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ID_tram</a:t>
            </a:r>
            <a:r>
              <a:rPr lang="es-ES" sz="1200" dirty="0"/>
              <a:t>} referencia TRAM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dirty="0"/>
              <a:t>, </a:t>
            </a:r>
            <a:r>
              <a:rPr lang="es-ES" sz="1200" dirty="0" err="1"/>
              <a:t>lat</a:t>
            </a:r>
            <a:r>
              <a:rPr lang="es-ES" sz="1200" dirty="0"/>
              <a:t>, </a:t>
            </a:r>
            <a:r>
              <a:rPr lang="es-ES" sz="1200" dirty="0" err="1"/>
              <a:t>long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NODE_PROV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u="sng" dirty="0"/>
              <a:t> + </a:t>
            </a:r>
            <a:r>
              <a:rPr lang="es-ES" sz="1200" u="sng" dirty="0" err="1"/>
              <a:t>ID_prov</a:t>
            </a:r>
            <a:r>
              <a:rPr lang="es-ES" sz="1200" u="sng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PROVINCIA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dirty="0"/>
              <a:t>, </a:t>
            </a:r>
            <a:r>
              <a:rPr lang="es-ES" sz="1200" dirty="0" err="1"/>
              <a:t>Nom_prov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PROV_CA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u="sng" dirty="0"/>
              <a:t> + ID_CA)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/>
              <a:t>{ID_CA} referencia CA</a:t>
            </a:r>
          </a:p>
          <a:p>
            <a:r>
              <a:rPr lang="es-ES" sz="1200" dirty="0">
                <a:solidFill>
                  <a:srgbClr val="FF0000"/>
                </a:solidFill>
              </a:rPr>
              <a:t>CA</a:t>
            </a:r>
            <a:r>
              <a:rPr lang="es-ES" sz="1200" dirty="0"/>
              <a:t> (</a:t>
            </a:r>
            <a:r>
              <a:rPr lang="es-ES" sz="1200" u="sng" dirty="0"/>
              <a:t>ID_CA</a:t>
            </a:r>
            <a:r>
              <a:rPr lang="es-ES" sz="1200" dirty="0"/>
              <a:t>, </a:t>
            </a:r>
            <a:r>
              <a:rPr lang="es-ES" sz="1200" dirty="0" err="1"/>
              <a:t>Nom_CA</a:t>
            </a:r>
            <a:r>
              <a:rPr lang="es-ES" sz="1200" dirty="0"/>
              <a:t>)</a:t>
            </a:r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695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567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B96EAD6-854D-AA49-A9CD-24707E126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61623"/>
              </p:ext>
            </p:extLst>
          </p:nvPr>
        </p:nvGraphicFramePr>
        <p:xfrm>
          <a:off x="73804" y="89938"/>
          <a:ext cx="11614991" cy="573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916">
                  <a:extLst>
                    <a:ext uri="{9D8B030D-6E8A-4147-A177-3AD203B41FA5}">
                      <a16:colId xmlns:a16="http://schemas.microsoft.com/office/drawing/2014/main" val="1601374050"/>
                    </a:ext>
                  </a:extLst>
                </a:gridCol>
                <a:gridCol w="1170317">
                  <a:extLst>
                    <a:ext uri="{9D8B030D-6E8A-4147-A177-3AD203B41FA5}">
                      <a16:colId xmlns:a16="http://schemas.microsoft.com/office/drawing/2014/main" val="1259602636"/>
                    </a:ext>
                  </a:extLst>
                </a:gridCol>
                <a:gridCol w="970471">
                  <a:extLst>
                    <a:ext uri="{9D8B030D-6E8A-4147-A177-3AD203B41FA5}">
                      <a16:colId xmlns:a16="http://schemas.microsoft.com/office/drawing/2014/main" val="1508842919"/>
                    </a:ext>
                  </a:extLst>
                </a:gridCol>
                <a:gridCol w="963284">
                  <a:extLst>
                    <a:ext uri="{9D8B030D-6E8A-4147-A177-3AD203B41FA5}">
                      <a16:colId xmlns:a16="http://schemas.microsoft.com/office/drawing/2014/main" val="3337946417"/>
                    </a:ext>
                  </a:extLst>
                </a:gridCol>
                <a:gridCol w="941716">
                  <a:extLst>
                    <a:ext uri="{9D8B030D-6E8A-4147-A177-3AD203B41FA5}">
                      <a16:colId xmlns:a16="http://schemas.microsoft.com/office/drawing/2014/main" val="2394046994"/>
                    </a:ext>
                  </a:extLst>
                </a:gridCol>
                <a:gridCol w="793791">
                  <a:extLst>
                    <a:ext uri="{9D8B030D-6E8A-4147-A177-3AD203B41FA5}">
                      <a16:colId xmlns:a16="http://schemas.microsoft.com/office/drawing/2014/main" val="619771999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87516920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66492868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453211853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377220781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203851742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4139075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Aeroport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Avió</a:t>
                      </a:r>
                      <a:endParaRPr lang="es-ES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Prog_vol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Vol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Escales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Tipus_node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8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Aeroport</a:t>
                      </a:r>
                      <a:endParaRPr lang="es-E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2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Avió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90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Prog_vol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Pertany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1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Vol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47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Escales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1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8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05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16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3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Tipus_node</a:t>
                      </a:r>
                      <a:endParaRPr lang="es-ES" sz="1200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35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593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38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57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3574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3224</Words>
  <Application>Microsoft Office PowerPoint</Application>
  <PresentationFormat>Pantalla panoràmica</PresentationFormat>
  <Paragraphs>1066</Paragraphs>
  <Slides>19</Slides>
  <Notes>0</Notes>
  <HiddenSlides>2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Tema de Office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7</cp:revision>
  <dcterms:created xsi:type="dcterms:W3CDTF">2026-10-20T17:42:37Z</dcterms:created>
  <dcterms:modified xsi:type="dcterms:W3CDTF">2026-10-22T18:15:59Z</dcterms:modified>
</cp:coreProperties>
</file>